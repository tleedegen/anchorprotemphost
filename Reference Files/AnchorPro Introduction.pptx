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543" r:id="rId6"/>
    <p:sldId id="544" r:id="rId7"/>
    <p:sldId id="551" r:id="rId8"/>
    <p:sldId id="546" r:id="rId9"/>
    <p:sldId id="552" r:id="rId1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89FF4AC-9C17-4BB6-94BC-666490F5CB5B}">
          <p14:sldIdLst>
            <p14:sldId id="256"/>
            <p14:sldId id="543"/>
            <p14:sldId id="544"/>
            <p14:sldId id="551"/>
            <p14:sldId id="546"/>
            <p14:sldId id="5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rdon Wray" initials="GW" lastIdx="19" clrIdx="0">
    <p:extLst>
      <p:ext uri="{19B8F6BF-5375-455C-9EA6-DF929625EA0E}">
        <p15:presenceInfo xmlns:p15="http://schemas.microsoft.com/office/powerpoint/2012/main" userId="S-1-5-21-1599118244-624661924-3603904669-17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A499"/>
    <a:srgbClr val="C1D72F"/>
    <a:srgbClr val="9BCBEB"/>
    <a:srgbClr val="012F6B"/>
    <a:srgbClr val="9ACBEB"/>
    <a:srgbClr val="C1D62F"/>
    <a:srgbClr val="D6C866"/>
    <a:srgbClr val="6566D9"/>
    <a:srgbClr val="9E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186" autoAdjust="0"/>
  </p:normalViewPr>
  <p:slideViewPr>
    <p:cSldViewPr snapToGrid="0">
      <p:cViewPr varScale="1"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003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Miller" userId="42672743-8b5b-4088-95cb-a4a5aec0836b" providerId="ADAL" clId="{81E17F49-99EB-4DD9-90D6-9DB504C318D8}"/>
    <pc:docChg chg="undo custSel addSld delSld modSld sldOrd modSection">
      <pc:chgData name="Dan Miller" userId="42672743-8b5b-4088-95cb-a4a5aec0836b" providerId="ADAL" clId="{81E17F49-99EB-4DD9-90D6-9DB504C318D8}" dt="2024-06-19T21:23:23.048" v="1266" actId="27636"/>
      <pc:docMkLst>
        <pc:docMk/>
      </pc:docMkLst>
      <pc:sldChg chg="modSp mod">
        <pc:chgData name="Dan Miller" userId="42672743-8b5b-4088-95cb-a4a5aec0836b" providerId="ADAL" clId="{81E17F49-99EB-4DD9-90D6-9DB504C318D8}" dt="2024-06-19T21:04:24.541" v="1155" actId="208"/>
        <pc:sldMkLst>
          <pc:docMk/>
          <pc:sldMk cId="1138490514" sldId="543"/>
        </pc:sldMkLst>
      </pc:sldChg>
      <pc:sldChg chg="modSp mod">
        <pc:chgData name="Dan Miller" userId="42672743-8b5b-4088-95cb-a4a5aec0836b" providerId="ADAL" clId="{81E17F49-99EB-4DD9-90D6-9DB504C318D8}" dt="2024-06-19T18:41:49.712" v="310" actId="20577"/>
        <pc:sldMkLst>
          <pc:docMk/>
          <pc:sldMk cId="3022129024" sldId="544"/>
        </pc:sldMkLst>
      </pc:sldChg>
      <pc:sldChg chg="modSp mod">
        <pc:chgData name="Dan Miller" userId="42672743-8b5b-4088-95cb-a4a5aec0836b" providerId="ADAL" clId="{81E17F49-99EB-4DD9-90D6-9DB504C318D8}" dt="2024-06-19T21:23:23.048" v="1266" actId="27636"/>
        <pc:sldMkLst>
          <pc:docMk/>
          <pc:sldMk cId="3033370183" sldId="546"/>
        </pc:sldMkLst>
      </pc:sldChg>
      <pc:sldChg chg="del">
        <pc:chgData name="Dan Miller" userId="42672743-8b5b-4088-95cb-a4a5aec0836b" providerId="ADAL" clId="{81E17F49-99EB-4DD9-90D6-9DB504C318D8}" dt="2024-06-19T18:38:06.058" v="51" actId="47"/>
        <pc:sldMkLst>
          <pc:docMk/>
          <pc:sldMk cId="1135830395" sldId="548"/>
        </pc:sldMkLst>
      </pc:sldChg>
      <pc:sldChg chg="del">
        <pc:chgData name="Dan Miller" userId="42672743-8b5b-4088-95cb-a4a5aec0836b" providerId="ADAL" clId="{81E17F49-99EB-4DD9-90D6-9DB504C318D8}" dt="2024-06-19T18:55:34.687" v="812" actId="47"/>
        <pc:sldMkLst>
          <pc:docMk/>
          <pc:sldMk cId="2579288774" sldId="549"/>
        </pc:sldMkLst>
      </pc:sldChg>
      <pc:sldChg chg="new del">
        <pc:chgData name="Dan Miller" userId="42672743-8b5b-4088-95cb-a4a5aec0836b" providerId="ADAL" clId="{81E17F49-99EB-4DD9-90D6-9DB504C318D8}" dt="2024-06-19T18:28:47.112" v="2" actId="47"/>
        <pc:sldMkLst>
          <pc:docMk/>
          <pc:sldMk cId="2489593525" sldId="550"/>
        </pc:sldMkLst>
      </pc:sldChg>
      <pc:sldChg chg="addSp delSp modSp add mod ord">
        <pc:chgData name="Dan Miller" userId="42672743-8b5b-4088-95cb-a4a5aec0836b" providerId="ADAL" clId="{81E17F49-99EB-4DD9-90D6-9DB504C318D8}" dt="2024-06-19T21:08:39.548" v="1183" actId="114"/>
        <pc:sldMkLst>
          <pc:docMk/>
          <pc:sldMk cId="4026905701" sldId="551"/>
        </pc:sldMkLst>
      </pc:sldChg>
      <pc:sldChg chg="modSp add mod">
        <pc:chgData name="Dan Miller" userId="42672743-8b5b-4088-95cb-a4a5aec0836b" providerId="ADAL" clId="{81E17F49-99EB-4DD9-90D6-9DB504C318D8}" dt="2024-06-19T18:59:10.645" v="1153" actId="20577"/>
        <pc:sldMkLst>
          <pc:docMk/>
          <pc:sldMk cId="1054139177" sldId="552"/>
        </pc:sldMkLst>
      </pc:sldChg>
      <pc:sldChg chg="add del">
        <pc:chgData name="Dan Miller" userId="42672743-8b5b-4088-95cb-a4a5aec0836b" providerId="ADAL" clId="{81E17F49-99EB-4DD9-90D6-9DB504C318D8}" dt="2024-06-19T18:28:55.107" v="4"/>
        <pc:sldMkLst>
          <pc:docMk/>
          <pc:sldMk cId="3624778932" sldId="552"/>
        </pc:sldMkLst>
      </pc:sldChg>
    </pc:docChg>
  </pc:docChgLst>
  <pc:docChgLst>
    <pc:chgData name="Daniel Miller" userId="42672743-8b5b-4088-95cb-a4a5aec0836b" providerId="ADAL" clId="{37FB6865-EE87-4E2B-88FB-FC6E4DF73497}"/>
    <pc:docChg chg="custSel addSld delSld modSld modSection">
      <pc:chgData name="Daniel Miller" userId="42672743-8b5b-4088-95cb-a4a5aec0836b" providerId="ADAL" clId="{37FB6865-EE87-4E2B-88FB-FC6E4DF73497}" dt="2020-11-18T04:13:18.535" v="116" actId="47"/>
      <pc:docMkLst>
        <pc:docMk/>
      </pc:docMkLst>
      <pc:sldChg chg="modSp mod">
        <pc:chgData name="Daniel Miller" userId="42672743-8b5b-4088-95cb-a4a5aec0836b" providerId="ADAL" clId="{37FB6865-EE87-4E2B-88FB-FC6E4DF73497}" dt="2020-11-18T04:08:22.299" v="64" actId="1036"/>
        <pc:sldMkLst>
          <pc:docMk/>
          <pc:sldMk cId="1138490514" sldId="543"/>
        </pc:sldMkLst>
      </pc:sldChg>
      <pc:sldChg chg="modSp mod">
        <pc:chgData name="Daniel Miller" userId="42672743-8b5b-4088-95cb-a4a5aec0836b" providerId="ADAL" clId="{37FB6865-EE87-4E2B-88FB-FC6E4DF73497}" dt="2020-11-18T04:08:48.367" v="72" actId="1036"/>
        <pc:sldMkLst>
          <pc:docMk/>
          <pc:sldMk cId="4206657313" sldId="545"/>
        </pc:sldMkLst>
      </pc:sldChg>
      <pc:sldChg chg="modSp new del mod">
        <pc:chgData name="Daniel Miller" userId="42672743-8b5b-4088-95cb-a4a5aec0836b" providerId="ADAL" clId="{37FB6865-EE87-4E2B-88FB-FC6E4DF73497}" dt="2020-11-18T04:13:18.535" v="116" actId="47"/>
        <pc:sldMkLst>
          <pc:docMk/>
          <pc:sldMk cId="2303027468" sldId="548"/>
        </pc:sldMkLst>
      </pc:sldChg>
    </pc:docChg>
  </pc:docChgLst>
  <pc:docChgLst>
    <pc:chgData name="Dan Miller" userId="42672743-8b5b-4088-95cb-a4a5aec0836b" providerId="ADAL" clId="{FA85C932-C616-4EDD-84DB-7F0C93750F89}"/>
    <pc:docChg chg="modSld">
      <pc:chgData name="Dan Miller" userId="42672743-8b5b-4088-95cb-a4a5aec0836b" providerId="ADAL" clId="{FA85C932-C616-4EDD-84DB-7F0C93750F89}" dt="2024-05-28T22:39:41.468" v="11" actId="947"/>
      <pc:docMkLst>
        <pc:docMk/>
      </pc:docMkLst>
      <pc:sldChg chg="modSp mod">
        <pc:chgData name="Dan Miller" userId="42672743-8b5b-4088-95cb-a4a5aec0836b" providerId="ADAL" clId="{FA85C932-C616-4EDD-84DB-7F0C93750F89}" dt="2024-05-28T22:39:41.468" v="11" actId="947"/>
        <pc:sldMkLst>
          <pc:docMk/>
          <pc:sldMk cId="2845980106" sldId="256"/>
        </pc:sldMkLst>
      </pc:sldChg>
    </pc:docChg>
  </pc:docChgLst>
  <pc:docChgLst>
    <pc:chgData name="Dan Miller" userId="42672743-8b5b-4088-95cb-a4a5aec0836b" providerId="ADAL" clId="{6F7F4701-EDDF-4AB7-8E3E-8A4FDD7D2DB9}"/>
    <pc:docChg chg="modSld">
      <pc:chgData name="Dan Miller" userId="42672743-8b5b-4088-95cb-a4a5aec0836b" providerId="ADAL" clId="{6F7F4701-EDDF-4AB7-8E3E-8A4FDD7D2DB9}" dt="2025-04-11T20:36:10.522" v="30" actId="20577"/>
      <pc:docMkLst>
        <pc:docMk/>
      </pc:docMkLst>
      <pc:sldChg chg="modSp mod">
        <pc:chgData name="Dan Miller" userId="42672743-8b5b-4088-95cb-a4a5aec0836b" providerId="ADAL" clId="{6F7F4701-EDDF-4AB7-8E3E-8A4FDD7D2DB9}" dt="2025-04-11T20:36:10.522" v="30" actId="20577"/>
        <pc:sldMkLst>
          <pc:docMk/>
          <pc:sldMk cId="1138490514" sldId="543"/>
        </pc:sldMkLst>
        <pc:spChg chg="mod">
          <ac:chgData name="Dan Miller" userId="42672743-8b5b-4088-95cb-a4a5aec0836b" providerId="ADAL" clId="{6F7F4701-EDDF-4AB7-8E3E-8A4FDD7D2DB9}" dt="2025-04-11T20:36:10.522" v="30" actId="20577"/>
          <ac:spMkLst>
            <pc:docMk/>
            <pc:sldMk cId="1138490514" sldId="543"/>
            <ac:spMk id="59" creationId="{E8ECDB52-01A7-4ACA-9122-74CAEF315304}"/>
          </ac:spMkLst>
        </pc:spChg>
        <pc:spChg chg="mod">
          <ac:chgData name="Dan Miller" userId="42672743-8b5b-4088-95cb-a4a5aec0836b" providerId="ADAL" clId="{6F7F4701-EDDF-4AB7-8E3E-8A4FDD7D2DB9}" dt="2025-04-11T20:35:32.563" v="8" actId="20577"/>
          <ac:spMkLst>
            <pc:docMk/>
            <pc:sldMk cId="1138490514" sldId="543"/>
            <ac:spMk id="63" creationId="{4FE76712-88F7-4EFF-85E5-2F4619A22CB3}"/>
          </ac:spMkLst>
        </pc:spChg>
      </pc:sldChg>
    </pc:docChg>
  </pc:docChgLst>
  <pc:docChgLst>
    <pc:chgData name="Daniel Miller" userId="42672743-8b5b-4088-95cb-a4a5aec0836b" providerId="ADAL" clId="{F17B3BEC-D508-4A16-9879-F877B07D9CC2}"/>
    <pc:docChg chg="undo custSel addSld delSld modSld modSection">
      <pc:chgData name="Daniel Miller" userId="42672743-8b5b-4088-95cb-a4a5aec0836b" providerId="ADAL" clId="{F17B3BEC-D508-4A16-9879-F877B07D9CC2}" dt="2024-03-13T20:17:53.943" v="1325" actId="20577"/>
      <pc:docMkLst>
        <pc:docMk/>
      </pc:docMkLst>
      <pc:sldChg chg="modSp mod">
        <pc:chgData name="Daniel Miller" userId="42672743-8b5b-4088-95cb-a4a5aec0836b" providerId="ADAL" clId="{F17B3BEC-D508-4A16-9879-F877B07D9CC2}" dt="2024-03-13T19:36:37.964" v="44" actId="20577"/>
        <pc:sldMkLst>
          <pc:docMk/>
          <pc:sldMk cId="2845980106" sldId="256"/>
        </pc:sldMkLst>
      </pc:sldChg>
      <pc:sldChg chg="addSp delSp modSp add del mod">
        <pc:chgData name="Daniel Miller" userId="42672743-8b5b-4088-95cb-a4a5aec0836b" providerId="ADAL" clId="{F17B3BEC-D508-4A16-9879-F877B07D9CC2}" dt="2024-03-13T20:14:28.672" v="1121" actId="20577"/>
        <pc:sldMkLst>
          <pc:docMk/>
          <pc:sldMk cId="1138490514" sldId="543"/>
        </pc:sldMkLst>
      </pc:sldChg>
      <pc:sldChg chg="modSp mod">
        <pc:chgData name="Daniel Miller" userId="42672743-8b5b-4088-95cb-a4a5aec0836b" providerId="ADAL" clId="{F17B3BEC-D508-4A16-9879-F877B07D9CC2}" dt="2024-03-13T19:57:54.534" v="484" actId="20577"/>
        <pc:sldMkLst>
          <pc:docMk/>
          <pc:sldMk cId="3022129024" sldId="544"/>
        </pc:sldMkLst>
      </pc:sldChg>
      <pc:sldChg chg="del">
        <pc:chgData name="Daniel Miller" userId="42672743-8b5b-4088-95cb-a4a5aec0836b" providerId="ADAL" clId="{F17B3BEC-D508-4A16-9879-F877B07D9CC2}" dt="2024-03-13T20:10:19.270" v="1089" actId="47"/>
        <pc:sldMkLst>
          <pc:docMk/>
          <pc:sldMk cId="4206657313" sldId="545"/>
        </pc:sldMkLst>
      </pc:sldChg>
      <pc:sldChg chg="delSp modSp mod">
        <pc:chgData name="Daniel Miller" userId="42672743-8b5b-4088-95cb-a4a5aec0836b" providerId="ADAL" clId="{F17B3BEC-D508-4A16-9879-F877B07D9CC2}" dt="2024-03-13T20:17:41.146" v="1316" actId="20577"/>
        <pc:sldMkLst>
          <pc:docMk/>
          <pc:sldMk cId="3033370183" sldId="546"/>
        </pc:sldMkLst>
      </pc:sldChg>
      <pc:sldChg chg="del">
        <pc:chgData name="Daniel Miller" userId="42672743-8b5b-4088-95cb-a4a5aec0836b" providerId="ADAL" clId="{F17B3BEC-D508-4A16-9879-F877B07D9CC2}" dt="2024-03-13T20:12:03.637" v="1092" actId="47"/>
        <pc:sldMkLst>
          <pc:docMk/>
          <pc:sldMk cId="706340389" sldId="547"/>
        </pc:sldMkLst>
      </pc:sldChg>
      <pc:sldChg chg="addSp delSp modSp add mod">
        <pc:chgData name="Daniel Miller" userId="42672743-8b5b-4088-95cb-a4a5aec0836b" providerId="ADAL" clId="{F17B3BEC-D508-4A16-9879-F877B07D9CC2}" dt="2024-03-13T20:15:08.073" v="1163" actId="1076"/>
        <pc:sldMkLst>
          <pc:docMk/>
          <pc:sldMk cId="1135830395" sldId="548"/>
        </pc:sldMkLst>
      </pc:sldChg>
      <pc:sldChg chg="modSp add mod">
        <pc:chgData name="Daniel Miller" userId="42672743-8b5b-4088-95cb-a4a5aec0836b" providerId="ADAL" clId="{F17B3BEC-D508-4A16-9879-F877B07D9CC2}" dt="2024-03-13T20:17:53.943" v="1325" actId="20577"/>
        <pc:sldMkLst>
          <pc:docMk/>
          <pc:sldMk cId="2579288774" sldId="549"/>
        </pc:sldMkLst>
      </pc:sldChg>
    </pc:docChg>
  </pc:docChgLst>
  <pc:docChgLst>
    <pc:chgData name="Daniel Miller" userId="42672743-8b5b-4088-95cb-a4a5aec0836b" providerId="ADAL" clId="{9716BC18-D29A-48B1-B36D-BCD51975F355}"/>
    <pc:docChg chg="modSld">
      <pc:chgData name="Daniel Miller" userId="42672743-8b5b-4088-95cb-a4a5aec0836b" providerId="ADAL" clId="{9716BC18-D29A-48B1-B36D-BCD51975F355}" dt="2021-10-20T20:11:21.439" v="21" actId="6549"/>
      <pc:docMkLst>
        <pc:docMk/>
      </pc:docMkLst>
      <pc:sldChg chg="modSp mod">
        <pc:chgData name="Daniel Miller" userId="42672743-8b5b-4088-95cb-a4a5aec0836b" providerId="ADAL" clId="{9716BC18-D29A-48B1-B36D-BCD51975F355}" dt="2021-10-20T20:11:21.439" v="21" actId="6549"/>
        <pc:sldMkLst>
          <pc:docMk/>
          <pc:sldMk cId="3033370183" sldId="5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808AFC8-AD1D-44AC-A812-7819695DFF9D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3B3F9E2-4067-44F2-9B2E-B1570E92FE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75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9C4FF77-3FD9-4243-ABDA-5B43BF5E6DCE}" type="datetimeFigureOut">
              <a:rPr lang="en-US" smtClean="0"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1500287-3FAA-4D5B-9C25-C8C31E68B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00287-3FAA-4D5B-9C25-C8C31E68B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19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3" y="3085765"/>
            <a:ext cx="11262867" cy="3304800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9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9BA2409-4EC9-4863-87AA-33B84AADB0EF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9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5" y="614407"/>
            <a:ext cx="11309339" cy="662458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59AD3-7425-4E24-A5A3-AF1D62A56AAC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5568701" y="6405804"/>
            <a:ext cx="1052511" cy="365125"/>
          </a:xfrm>
        </p:spPr>
        <p:txBody>
          <a:bodyPr/>
          <a:lstStyle>
            <a:lvl1pPr algn="ctr">
              <a:defRPr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79954A6-B809-4684-A6C2-E7533205D9E2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A2BB-CB63-4F58-B3E0-A3DFEA0E956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440285" y="614407"/>
            <a:ext cx="11309339" cy="662458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DC4EF-A652-4940-9783-282036610D2C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440285" y="614407"/>
            <a:ext cx="11309339" cy="662458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7ACF5-A597-4416-9F56-8DD18D24A0BD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440285" y="614407"/>
            <a:ext cx="11309339" cy="662458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98E2F-A81E-4448-80E8-4A236CB9277C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D370BB-9E1A-4DFF-B113-E28105CC0C97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F6BED-047F-4469-811B-B85ECBE88DE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81047-CF3A-4508-B134-65922161705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440285" y="614407"/>
            <a:ext cx="11309339" cy="662458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05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599725"/>
            <a:ext cx="2906817" cy="5816950"/>
          </a:xfrm>
          <a:prstGeom prst="rect">
            <a:avLst/>
          </a:prstGeom>
          <a:solidFill>
            <a:srgbClr val="01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675728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49343CD-E14F-44AF-ACDC-6C570D9AE07E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66010" y="595546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8/31/2016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7235" y="6427340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BC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rgbClr val="C1D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E5AE9234-AA92-4CEB-90B5-90EEA5BCF7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1192" y="6400800"/>
            <a:ext cx="1558456" cy="365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small" dirty="0" err="1"/>
              <a:t>AnchorPro</a:t>
            </a:r>
            <a:endParaRPr lang="en-US" cap="small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Dan Miller</a:t>
            </a:r>
          </a:p>
        </p:txBody>
      </p:sp>
    </p:spTree>
    <p:extLst>
      <p:ext uri="{BB962C8B-B14F-4D97-AF65-F5344CB8AC3E}">
        <p14:creationId xmlns:p14="http://schemas.microsoft.com/office/powerpoint/2010/main" val="284598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9CB2BED-AD80-FC92-6BEA-D32AE86E1D7D}"/>
              </a:ext>
            </a:extLst>
          </p:cNvPr>
          <p:cNvSpPr/>
          <p:nvPr/>
        </p:nvSpPr>
        <p:spPr>
          <a:xfrm>
            <a:off x="5873053" y="2037458"/>
            <a:ext cx="2826588" cy="43898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301DD-D821-7814-7C78-B1438B9901C5}"/>
              </a:ext>
            </a:extLst>
          </p:cNvPr>
          <p:cNvSpPr/>
          <p:nvPr/>
        </p:nvSpPr>
        <p:spPr>
          <a:xfrm>
            <a:off x="2748694" y="2037458"/>
            <a:ext cx="2826588" cy="43898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04C7DFE-A0C6-4AFF-AE5F-7DA3EB171B49}"/>
              </a:ext>
            </a:extLst>
          </p:cNvPr>
          <p:cNvSpPr/>
          <p:nvPr/>
        </p:nvSpPr>
        <p:spPr>
          <a:xfrm>
            <a:off x="8982364" y="2037014"/>
            <a:ext cx="3011864" cy="4390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130A08E-1633-4ADF-9BBB-CA92F64295AB}"/>
              </a:ext>
            </a:extLst>
          </p:cNvPr>
          <p:cNvSpPr/>
          <p:nvPr/>
        </p:nvSpPr>
        <p:spPr>
          <a:xfrm>
            <a:off x="87671" y="2037459"/>
            <a:ext cx="2532055" cy="289573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Packaging workflow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3FFDA03-F7A5-4542-8B2B-A7DD056F8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309" y="3545047"/>
            <a:ext cx="508381" cy="5083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D15CD2-FFED-47F9-8E35-C4C14C902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222" y="3224893"/>
            <a:ext cx="501120" cy="50112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75FBDC9-2E8A-41EF-81C8-A21A532CB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426" y="2962538"/>
            <a:ext cx="522788" cy="522789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4AF56FF-EACC-4098-BD5C-DBC6E6B6EFA7}"/>
              </a:ext>
            </a:extLst>
          </p:cNvPr>
          <p:cNvCxnSpPr>
            <a:cxnSpLocks/>
          </p:cNvCxnSpPr>
          <p:nvPr/>
        </p:nvCxnSpPr>
        <p:spPr>
          <a:xfrm flipV="1">
            <a:off x="8668672" y="2222124"/>
            <a:ext cx="459699" cy="110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C6867D82-B361-4561-AB28-9F34AC5B4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8511" y="2610518"/>
            <a:ext cx="1429783" cy="142978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3A0F071-EECD-43EA-811E-89E73212C31E}"/>
              </a:ext>
            </a:extLst>
          </p:cNvPr>
          <p:cNvSpPr txBox="1"/>
          <p:nvPr/>
        </p:nvSpPr>
        <p:spPr>
          <a:xfrm>
            <a:off x="197772" y="2037458"/>
            <a:ext cx="22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Populate Equipment Schedule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ECDB52-01A7-4ACA-9122-74CAEF315304}"/>
              </a:ext>
            </a:extLst>
          </p:cNvPr>
          <p:cNvSpPr txBox="1"/>
          <p:nvPr/>
        </p:nvSpPr>
        <p:spPr>
          <a:xfrm>
            <a:off x="5818736" y="2027472"/>
            <a:ext cx="301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Anchor Capacity using third-party software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EB3FF4-E263-4C84-BEAC-F7D067D8C22D}"/>
              </a:ext>
            </a:extLst>
          </p:cNvPr>
          <p:cNvCxnSpPr>
            <a:cxnSpLocks/>
          </p:cNvCxnSpPr>
          <p:nvPr/>
        </p:nvCxnSpPr>
        <p:spPr>
          <a:xfrm>
            <a:off x="2436541" y="2223713"/>
            <a:ext cx="4976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FE76712-88F7-4EFF-85E5-2F4619A22CB3}"/>
              </a:ext>
            </a:extLst>
          </p:cNvPr>
          <p:cNvSpPr txBox="1"/>
          <p:nvPr/>
        </p:nvSpPr>
        <p:spPr>
          <a:xfrm>
            <a:off x="2934153" y="2037014"/>
            <a:ext cx="2489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Equipment Forces and Anchor Demands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6FF81E-A97F-442E-B0B6-90E1E56FE3F5}"/>
              </a:ext>
            </a:extLst>
          </p:cNvPr>
          <p:cNvSpPr txBox="1"/>
          <p:nvPr/>
        </p:nvSpPr>
        <p:spPr>
          <a:xfrm>
            <a:off x="8997412" y="2009367"/>
            <a:ext cx="2950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Assemble Calculation Package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CA3FD3-D06A-24D2-3B82-58D8C3288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919412"/>
              </p:ext>
            </p:extLst>
          </p:nvPr>
        </p:nvGraphicFramePr>
        <p:xfrm>
          <a:off x="303774" y="2610518"/>
          <a:ext cx="203241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83">
                  <a:extLst>
                    <a:ext uri="{9D8B030D-6E8A-4147-A177-3AD203B41FA5}">
                      <a16:colId xmlns:a16="http://schemas.microsoft.com/office/drawing/2014/main" val="4247363572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3550010722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1397485518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1612475946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4129400601"/>
                    </a:ext>
                  </a:extLst>
                </a:gridCol>
              </a:tblGrid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307735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75597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3320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8098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7A420B9-3840-FC65-964D-338C8FC31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4350" y="5016866"/>
            <a:ext cx="2336189" cy="12662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7725E2-0577-7E10-7028-3E25398481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174" y="4231757"/>
            <a:ext cx="2229633" cy="12088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C53CF2-BCB9-9892-6039-070858DDEC5D}"/>
              </a:ext>
            </a:extLst>
          </p:cNvPr>
          <p:cNvSpPr txBox="1"/>
          <p:nvPr/>
        </p:nvSpPr>
        <p:spPr>
          <a:xfrm>
            <a:off x="3082422" y="4866419"/>
            <a:ext cx="2250149" cy="64633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 Calcs and Ad-Hoc Worksheets</a:t>
            </a:r>
          </a:p>
        </p:txBody>
      </p:sp>
      <p:pic>
        <p:nvPicPr>
          <p:cNvPr id="18" name="Picture 2" descr="Mario Fitz posted on LinkedIn">
            <a:extLst>
              <a:ext uri="{FF2B5EF4-FFF2-40B4-BE49-F238E27FC236}">
                <a16:creationId xmlns:a16="http://schemas.microsoft.com/office/drawing/2014/main" id="{FA0D2B43-0213-5A63-EAB7-5E675601A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598" y="3518039"/>
            <a:ext cx="2656074" cy="135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381137-4D40-0B0E-FFF1-017B78B9B5BD}"/>
              </a:ext>
            </a:extLst>
          </p:cNvPr>
          <p:cNvCxnSpPr>
            <a:cxnSpLocks/>
          </p:cNvCxnSpPr>
          <p:nvPr/>
        </p:nvCxnSpPr>
        <p:spPr>
          <a:xfrm>
            <a:off x="5514986" y="2223713"/>
            <a:ext cx="4976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4" descr="Revit Architecture 2016: Find the best Autodesk deals">
            <a:extLst>
              <a:ext uri="{FF2B5EF4-FFF2-40B4-BE49-F238E27FC236}">
                <a16:creationId xmlns:a16="http://schemas.microsoft.com/office/drawing/2014/main" id="{54EECB57-5C94-D69E-CFD7-ACF28B6E6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2079" y="5016866"/>
            <a:ext cx="1302646" cy="130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9012D9-8540-3404-7174-B542AD54C003}"/>
              </a:ext>
            </a:extLst>
          </p:cNvPr>
          <p:cNvCxnSpPr>
            <a:cxnSpLocks/>
          </p:cNvCxnSpPr>
          <p:nvPr/>
        </p:nvCxnSpPr>
        <p:spPr>
          <a:xfrm>
            <a:off x="8642220" y="2233130"/>
            <a:ext cx="849460" cy="2398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E10CDB-2E0E-3619-BB01-29786CA9800E}"/>
              </a:ext>
            </a:extLst>
          </p:cNvPr>
          <p:cNvSpPr txBox="1"/>
          <p:nvPr/>
        </p:nvSpPr>
        <p:spPr>
          <a:xfrm>
            <a:off x="8997412" y="4613806"/>
            <a:ext cx="295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Develop Drawing Details</a:t>
            </a:r>
          </a:p>
        </p:txBody>
      </p:sp>
    </p:spTree>
    <p:extLst>
      <p:ext uri="{BB962C8B-B14F-4D97-AF65-F5344CB8AC3E}">
        <p14:creationId xmlns:p14="http://schemas.microsoft.com/office/powerpoint/2010/main" val="1138490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4B01-0BD8-42A0-AE92-B538C7E9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Packaging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2125C-55E9-4800-A4E3-CAB0B9C9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61">
            <a:extLst>
              <a:ext uri="{FF2B5EF4-FFF2-40B4-BE49-F238E27FC236}">
                <a16:creationId xmlns:a16="http://schemas.microsoft.com/office/drawing/2014/main" id="{E17D8C23-2334-404D-841B-B22B15D8EE78}"/>
              </a:ext>
            </a:extLst>
          </p:cNvPr>
          <p:cNvSpPr txBox="1">
            <a:spLocks/>
          </p:cNvSpPr>
          <p:nvPr/>
        </p:nvSpPr>
        <p:spPr>
          <a:xfrm>
            <a:off x="689672" y="2135092"/>
            <a:ext cx="9816403" cy="363304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4400" u="sng" dirty="0"/>
              <a:t>Limitations</a:t>
            </a:r>
          </a:p>
          <a:p>
            <a:r>
              <a:rPr lang="en-US" sz="2800" dirty="0"/>
              <a:t>Ad-hoc analysis methodology</a:t>
            </a:r>
          </a:p>
          <a:p>
            <a:r>
              <a:rPr lang="en-US" sz="2800" dirty="0"/>
              <a:t>Inconsistent (often overly-conservative) calculation assumptions</a:t>
            </a:r>
          </a:p>
          <a:p>
            <a:r>
              <a:rPr lang="en-US" sz="2800" dirty="0"/>
              <a:t>Inefficient for evaluation of multiple units or anchorage products</a:t>
            </a:r>
          </a:p>
          <a:p>
            <a:r>
              <a:rPr lang="en-US" sz="2800" dirty="0"/>
              <a:t>Calculation package must be compiled from multiple sources</a:t>
            </a:r>
          </a:p>
        </p:txBody>
      </p:sp>
    </p:spTree>
    <p:extLst>
      <p:ext uri="{BB962C8B-B14F-4D97-AF65-F5344CB8AC3E}">
        <p14:creationId xmlns:p14="http://schemas.microsoft.com/office/powerpoint/2010/main" val="3022129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04C7DFE-A0C6-4AFF-AE5F-7DA3EB171B49}"/>
              </a:ext>
            </a:extLst>
          </p:cNvPr>
          <p:cNvSpPr/>
          <p:nvPr/>
        </p:nvSpPr>
        <p:spPr>
          <a:xfrm>
            <a:off x="3068426" y="2037017"/>
            <a:ext cx="8925802" cy="4390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130A08E-1633-4ADF-9BBB-CA92F64295AB}"/>
              </a:ext>
            </a:extLst>
          </p:cNvPr>
          <p:cNvSpPr/>
          <p:nvPr/>
        </p:nvSpPr>
        <p:spPr>
          <a:xfrm>
            <a:off x="87671" y="2037459"/>
            <a:ext cx="2532055" cy="289573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anchorage using </a:t>
            </a:r>
            <a:r>
              <a:rPr lang="en-US" i="1" cap="none" dirty="0" err="1"/>
              <a:t>AnchorPro</a:t>
            </a:r>
            <a:endParaRPr lang="en-US" i="1" cap="non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A0F071-EECD-43EA-811E-89E73212C31E}"/>
              </a:ext>
            </a:extLst>
          </p:cNvPr>
          <p:cNvSpPr txBox="1"/>
          <p:nvPr/>
        </p:nvSpPr>
        <p:spPr>
          <a:xfrm>
            <a:off x="197772" y="2037458"/>
            <a:ext cx="2279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Populate Equipment Schedule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3EB3FF4-E263-4C84-BEAC-F7D067D8C22D}"/>
              </a:ext>
            </a:extLst>
          </p:cNvPr>
          <p:cNvCxnSpPr>
            <a:cxnSpLocks/>
          </p:cNvCxnSpPr>
          <p:nvPr/>
        </p:nvCxnSpPr>
        <p:spPr>
          <a:xfrm>
            <a:off x="2477509" y="3204878"/>
            <a:ext cx="8293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26FF81E-A97F-442E-B0B6-90E1E56FE3F5}"/>
              </a:ext>
            </a:extLst>
          </p:cNvPr>
          <p:cNvSpPr txBox="1"/>
          <p:nvPr/>
        </p:nvSpPr>
        <p:spPr>
          <a:xfrm>
            <a:off x="3451607" y="5084083"/>
            <a:ext cx="5177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Calculate deign loads (ASCE 7, CBC,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anchor demands by structural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Compute anchor capacity and breakout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Complete and clear calculation report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CA3FD3-D06A-24D2-3B82-58D8C3288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43454"/>
              </p:ext>
            </p:extLst>
          </p:nvPr>
        </p:nvGraphicFramePr>
        <p:xfrm>
          <a:off x="303774" y="2610518"/>
          <a:ext cx="203241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83">
                  <a:extLst>
                    <a:ext uri="{9D8B030D-6E8A-4147-A177-3AD203B41FA5}">
                      <a16:colId xmlns:a16="http://schemas.microsoft.com/office/drawing/2014/main" val="4247363572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3550010722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1397485518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1612475946"/>
                    </a:ext>
                  </a:extLst>
                </a:gridCol>
                <a:gridCol w="406483">
                  <a:extLst>
                    <a:ext uri="{9D8B030D-6E8A-4147-A177-3AD203B41FA5}">
                      <a16:colId xmlns:a16="http://schemas.microsoft.com/office/drawing/2014/main" val="4129400601"/>
                    </a:ext>
                  </a:extLst>
                </a:gridCol>
              </a:tblGrid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307735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75597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3320"/>
                  </a:ext>
                </a:extLst>
              </a:tr>
              <a:tr h="218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280989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D5E099-7760-41EA-CC16-1054893F5A41}"/>
              </a:ext>
            </a:extLst>
          </p:cNvPr>
          <p:cNvCxnSpPr>
            <a:cxnSpLocks/>
          </p:cNvCxnSpPr>
          <p:nvPr/>
        </p:nvCxnSpPr>
        <p:spPr>
          <a:xfrm>
            <a:off x="8277790" y="3207525"/>
            <a:ext cx="74081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677C78D-AAA2-3E5B-1B77-44E51E9E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527" y="2093364"/>
            <a:ext cx="3581757" cy="285101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8C61D49-A1EB-9A13-58EC-F074DD87CD93}"/>
              </a:ext>
            </a:extLst>
          </p:cNvPr>
          <p:cNvGrpSpPr/>
          <p:nvPr/>
        </p:nvGrpSpPr>
        <p:grpSpPr>
          <a:xfrm>
            <a:off x="9467301" y="2240621"/>
            <a:ext cx="2200694" cy="2726718"/>
            <a:chOff x="9816197" y="3235036"/>
            <a:chExt cx="1308061" cy="162072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2652AE4-75CF-884D-AC09-01031F210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8439" y="3398815"/>
              <a:ext cx="1125819" cy="14569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B0D89DB-D0BA-B40B-3E5B-494601BA2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10426" y="3307324"/>
              <a:ext cx="1125819" cy="14569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D7A495-A6AE-2717-1070-07D6960A1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16197" y="3235036"/>
              <a:ext cx="1125819" cy="1456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2690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4B01-0BD8-42A0-AE92-B538C7E9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Equipment Anchorage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2125C-55E9-4800-A4E3-CAB0B9C9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61">
            <a:extLst>
              <a:ext uri="{FF2B5EF4-FFF2-40B4-BE49-F238E27FC236}">
                <a16:creationId xmlns:a16="http://schemas.microsoft.com/office/drawing/2014/main" id="{E17D8C23-2334-404D-841B-B22B15D8EE78}"/>
              </a:ext>
            </a:extLst>
          </p:cNvPr>
          <p:cNvSpPr txBox="1">
            <a:spLocks/>
          </p:cNvSpPr>
          <p:nvPr/>
        </p:nvSpPr>
        <p:spPr>
          <a:xfrm>
            <a:off x="689672" y="2135092"/>
            <a:ext cx="10696487" cy="4159237"/>
          </a:xfrm>
          <a:prstGeom prst="rect">
            <a:avLst/>
          </a:prstGeom>
        </p:spPr>
        <p:txBody>
          <a:bodyPr anchor="t" anchorCtr="0">
            <a:normAutofit lnSpcReduction="10000"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4000" u="sng" dirty="0"/>
              <a:t>Advantages</a:t>
            </a:r>
          </a:p>
          <a:p>
            <a:r>
              <a:rPr lang="en-US" sz="2400" dirty="0"/>
              <a:t>General: any geometry, any attachment configuration</a:t>
            </a:r>
          </a:p>
          <a:p>
            <a:r>
              <a:rPr lang="en-US" sz="2400" dirty="0"/>
              <a:t>Robust analysis methodology</a:t>
            </a:r>
          </a:p>
          <a:p>
            <a:r>
              <a:rPr lang="en-US" sz="2400" dirty="0"/>
              <a:t>One-stop-shop </a:t>
            </a:r>
          </a:p>
          <a:p>
            <a:pPr lvl="1"/>
            <a:r>
              <a:rPr lang="en-US" sz="2250" dirty="0"/>
              <a:t>Vertically integrated calculations</a:t>
            </a:r>
          </a:p>
          <a:p>
            <a:pPr lvl="1"/>
            <a:r>
              <a:rPr lang="en-US" sz="2250" dirty="0"/>
              <a:t>Anchorage products from multiple manufacturers</a:t>
            </a:r>
          </a:p>
          <a:p>
            <a:r>
              <a:rPr lang="en-US" sz="2400" dirty="0"/>
              <a:t>Automated: analyze multiple units and multiple anchor products with one click.</a:t>
            </a:r>
          </a:p>
          <a:p>
            <a:r>
              <a:rPr lang="en-US" sz="2400" dirty="0"/>
              <a:t>Professional</a:t>
            </a:r>
          </a:p>
        </p:txBody>
      </p:sp>
    </p:spTree>
    <p:extLst>
      <p:ext uri="{BB962C8B-B14F-4D97-AF65-F5344CB8AC3E}">
        <p14:creationId xmlns:p14="http://schemas.microsoft.com/office/powerpoint/2010/main" val="3033370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4B01-0BD8-42A0-AE92-B538C7E9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Equipment Anchorage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2125C-55E9-4800-A4E3-CAB0B9C9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61">
            <a:extLst>
              <a:ext uri="{FF2B5EF4-FFF2-40B4-BE49-F238E27FC236}">
                <a16:creationId xmlns:a16="http://schemas.microsoft.com/office/drawing/2014/main" id="{E17D8C23-2334-404D-841B-B22B15D8EE78}"/>
              </a:ext>
            </a:extLst>
          </p:cNvPr>
          <p:cNvSpPr txBox="1">
            <a:spLocks/>
          </p:cNvSpPr>
          <p:nvPr/>
        </p:nvSpPr>
        <p:spPr>
          <a:xfrm>
            <a:off x="689672" y="2135092"/>
            <a:ext cx="10120289" cy="3633047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4000" u="sng" dirty="0"/>
              <a:t>Applications</a:t>
            </a:r>
          </a:p>
          <a:p>
            <a:r>
              <a:rPr lang="en-US" sz="2400" dirty="0"/>
              <a:t>General project work</a:t>
            </a:r>
          </a:p>
          <a:p>
            <a:r>
              <a:rPr lang="en-US" sz="2400" dirty="0"/>
              <a:t>Integration with NPC drawing automation</a:t>
            </a:r>
          </a:p>
          <a:p>
            <a:r>
              <a:rPr lang="en-US" sz="2400" dirty="0"/>
              <a:t>Online anchorage service (Ongoing HUB proposal)</a:t>
            </a:r>
          </a:p>
          <a:p>
            <a:r>
              <a:rPr lang="en-US" sz="2400" dirty="0"/>
              <a:t>Direct commercialization</a:t>
            </a:r>
          </a:p>
        </p:txBody>
      </p:sp>
    </p:spTree>
    <p:extLst>
      <p:ext uri="{BB962C8B-B14F-4D97-AF65-F5344CB8AC3E}">
        <p14:creationId xmlns:p14="http://schemas.microsoft.com/office/powerpoint/2010/main" val="105413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012F6B"/>
      </a:accent1>
      <a:accent2>
        <a:srgbClr val="00A499"/>
      </a:accent2>
      <a:accent3>
        <a:srgbClr val="C1D62F"/>
      </a:accent3>
      <a:accent4>
        <a:srgbClr val="9ACBEB"/>
      </a:accent4>
      <a:accent5>
        <a:srgbClr val="B0B0B0"/>
      </a:accent5>
      <a:accent6>
        <a:srgbClr val="00A499"/>
      </a:accent6>
      <a:hlink>
        <a:srgbClr val="C1D62F"/>
      </a:hlink>
      <a:folHlink>
        <a:srgbClr val="9ACBEB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9C96865-1DAE-4D45-B113-AAB264FAA52C}" vid="{C1A2E8E0-5E3C-4659-BFF8-25A04A9663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72C6BB1048614EBEEB16A14944DCFC" ma:contentTypeVersion="7" ma:contentTypeDescription="Create a new document." ma:contentTypeScope="" ma:versionID="79cc48109d361dcf2064b601196a29df">
  <xsd:schema xmlns:xsd="http://www.w3.org/2001/XMLSchema" xmlns:xs="http://www.w3.org/2001/XMLSchema" xmlns:p="http://schemas.microsoft.com/office/2006/metadata/properties" xmlns:ns2="d87155da-bd41-4d41-9d40-77eb3ceff0ab" targetNamespace="http://schemas.microsoft.com/office/2006/metadata/properties" ma:root="true" ma:fieldsID="e516bafdecde91d1160d86854e514598" ns2:_="">
    <xsd:import namespace="d87155da-bd41-4d41-9d40-77eb3ceff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7155da-bd41-4d41-9d40-77eb3ceff0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45F641-76EA-4ABD-AA82-D10DCA653E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7155da-bd41-4d41-9d40-77eb3ceff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1D1E1B-5DAE-40E8-98A6-A4FD7D0BC9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4A812-61D2-4DAB-AEC8-0A0F9B041123}">
  <ds:schemaRefs>
    <ds:schemaRef ds:uri="d87155da-bd41-4d41-9d40-77eb3ceff0ab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Intro to CalcPackager</Template>
  <TotalTime>378</TotalTime>
  <Words>165</Words>
  <Application>Microsoft Office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Dividend</vt:lpstr>
      <vt:lpstr>AnchorPro</vt:lpstr>
      <vt:lpstr>Current Packaging workflow</vt:lpstr>
      <vt:lpstr>Current Packaging workflow</vt:lpstr>
      <vt:lpstr>equipment anchorage using AnchorPro</vt:lpstr>
      <vt:lpstr>Automated Equipment Anchorage</vt:lpstr>
      <vt:lpstr>Automated Equipment Anchorage</vt:lpstr>
    </vt:vector>
  </TitlesOfParts>
  <Company>Degenkolb Engineers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CalcPackager</dc:title>
  <dc:creator>Daniel Miller</dc:creator>
  <cp:lastModifiedBy>Dan Miller</cp:lastModifiedBy>
  <cp:revision>9</cp:revision>
  <cp:lastPrinted>2016-08-30T17:29:35Z</cp:lastPrinted>
  <dcterms:created xsi:type="dcterms:W3CDTF">2020-11-17T23:58:30Z</dcterms:created>
  <dcterms:modified xsi:type="dcterms:W3CDTF">2025-04-11T20:36:15Z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0x010100C872C6BB1048614EBEEB16A14944DCFC</vt:lpwstr>
  </property>
</Properties>
</file>