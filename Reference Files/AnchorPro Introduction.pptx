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56" r:id="rId5"/>
    <p:sldId id="554" r:id="rId6"/>
    <p:sldId id="543" r:id="rId7"/>
    <p:sldId id="544" r:id="rId8"/>
    <p:sldId id="551" r:id="rId9"/>
    <p:sldId id="552" r:id="rId10"/>
    <p:sldId id="553" r:id="rId11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89FF4AC-9C17-4BB6-94BC-666490F5CB5B}">
          <p14:sldIdLst>
            <p14:sldId id="256"/>
            <p14:sldId id="554"/>
            <p14:sldId id="543"/>
            <p14:sldId id="544"/>
            <p14:sldId id="551"/>
            <p14:sldId id="552"/>
            <p14:sldId id="55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ordon Wray" initials="GW" lastIdx="19" clrIdx="0">
    <p:extLst>
      <p:ext uri="{19B8F6BF-5375-455C-9EA6-DF929625EA0E}">
        <p15:presenceInfo xmlns:p15="http://schemas.microsoft.com/office/powerpoint/2012/main" userId="S-1-5-21-1599118244-624661924-3603904669-17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A499"/>
    <a:srgbClr val="C1D72F"/>
    <a:srgbClr val="9BCBEB"/>
    <a:srgbClr val="012F6B"/>
    <a:srgbClr val="9ACBEB"/>
    <a:srgbClr val="C1D62F"/>
    <a:srgbClr val="D6C866"/>
    <a:srgbClr val="6566D9"/>
    <a:srgbClr val="9E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013353-FE8C-4164-9432-D79C5022EB26}" v="1" dt="2025-10-16T16:34:33.7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186" autoAdjust="0"/>
  </p:normalViewPr>
  <p:slideViewPr>
    <p:cSldViewPr snapToGrid="0">
      <p:cViewPr varScale="1">
        <p:scale>
          <a:sx n="114" d="100"/>
          <a:sy n="114" d="100"/>
        </p:scale>
        <p:origin x="811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1" d="100"/>
          <a:sy n="91" d="100"/>
        </p:scale>
        <p:origin x="4003" y="8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 Miller" userId="42672743-8b5b-4088-95cb-a4a5aec0836b" providerId="ADAL" clId="{81E17F49-99EB-4DD9-90D6-9DB504C318D8}"/>
    <pc:docChg chg="undo custSel addSld delSld modSld sldOrd modSection">
      <pc:chgData name="Dan Miller" userId="42672743-8b5b-4088-95cb-a4a5aec0836b" providerId="ADAL" clId="{81E17F49-99EB-4DD9-90D6-9DB504C318D8}" dt="2024-06-19T21:23:23.048" v="1266" actId="27636"/>
      <pc:docMkLst>
        <pc:docMk/>
      </pc:docMkLst>
      <pc:sldChg chg="modSp mod">
        <pc:chgData name="Dan Miller" userId="42672743-8b5b-4088-95cb-a4a5aec0836b" providerId="ADAL" clId="{81E17F49-99EB-4DD9-90D6-9DB504C318D8}" dt="2024-06-19T21:04:24.541" v="1155" actId="208"/>
        <pc:sldMkLst>
          <pc:docMk/>
          <pc:sldMk cId="1138490514" sldId="543"/>
        </pc:sldMkLst>
      </pc:sldChg>
      <pc:sldChg chg="modSp mod">
        <pc:chgData name="Dan Miller" userId="42672743-8b5b-4088-95cb-a4a5aec0836b" providerId="ADAL" clId="{81E17F49-99EB-4DD9-90D6-9DB504C318D8}" dt="2024-06-19T18:41:49.712" v="310" actId="20577"/>
        <pc:sldMkLst>
          <pc:docMk/>
          <pc:sldMk cId="3022129024" sldId="544"/>
        </pc:sldMkLst>
      </pc:sldChg>
      <pc:sldChg chg="modSp mod">
        <pc:chgData name="Dan Miller" userId="42672743-8b5b-4088-95cb-a4a5aec0836b" providerId="ADAL" clId="{81E17F49-99EB-4DD9-90D6-9DB504C318D8}" dt="2024-06-19T21:23:23.048" v="1266" actId="27636"/>
        <pc:sldMkLst>
          <pc:docMk/>
          <pc:sldMk cId="3033370183" sldId="546"/>
        </pc:sldMkLst>
      </pc:sldChg>
      <pc:sldChg chg="del">
        <pc:chgData name="Dan Miller" userId="42672743-8b5b-4088-95cb-a4a5aec0836b" providerId="ADAL" clId="{81E17F49-99EB-4DD9-90D6-9DB504C318D8}" dt="2024-06-19T18:38:06.058" v="51" actId="47"/>
        <pc:sldMkLst>
          <pc:docMk/>
          <pc:sldMk cId="1135830395" sldId="548"/>
        </pc:sldMkLst>
      </pc:sldChg>
      <pc:sldChg chg="del">
        <pc:chgData name="Dan Miller" userId="42672743-8b5b-4088-95cb-a4a5aec0836b" providerId="ADAL" clId="{81E17F49-99EB-4DD9-90D6-9DB504C318D8}" dt="2024-06-19T18:55:34.687" v="812" actId="47"/>
        <pc:sldMkLst>
          <pc:docMk/>
          <pc:sldMk cId="2579288774" sldId="549"/>
        </pc:sldMkLst>
      </pc:sldChg>
      <pc:sldChg chg="new del">
        <pc:chgData name="Dan Miller" userId="42672743-8b5b-4088-95cb-a4a5aec0836b" providerId="ADAL" clId="{81E17F49-99EB-4DD9-90D6-9DB504C318D8}" dt="2024-06-19T18:28:47.112" v="2" actId="47"/>
        <pc:sldMkLst>
          <pc:docMk/>
          <pc:sldMk cId="2489593525" sldId="550"/>
        </pc:sldMkLst>
      </pc:sldChg>
      <pc:sldChg chg="addSp delSp modSp add mod ord">
        <pc:chgData name="Dan Miller" userId="42672743-8b5b-4088-95cb-a4a5aec0836b" providerId="ADAL" clId="{81E17F49-99EB-4DD9-90D6-9DB504C318D8}" dt="2024-06-19T21:08:39.548" v="1183" actId="114"/>
        <pc:sldMkLst>
          <pc:docMk/>
          <pc:sldMk cId="4026905701" sldId="551"/>
        </pc:sldMkLst>
      </pc:sldChg>
      <pc:sldChg chg="modSp add mod">
        <pc:chgData name="Dan Miller" userId="42672743-8b5b-4088-95cb-a4a5aec0836b" providerId="ADAL" clId="{81E17F49-99EB-4DD9-90D6-9DB504C318D8}" dt="2024-06-19T18:59:10.645" v="1153" actId="20577"/>
        <pc:sldMkLst>
          <pc:docMk/>
          <pc:sldMk cId="1054139177" sldId="552"/>
        </pc:sldMkLst>
      </pc:sldChg>
      <pc:sldChg chg="add del">
        <pc:chgData name="Dan Miller" userId="42672743-8b5b-4088-95cb-a4a5aec0836b" providerId="ADAL" clId="{81E17F49-99EB-4DD9-90D6-9DB504C318D8}" dt="2024-06-19T18:28:55.107" v="4"/>
        <pc:sldMkLst>
          <pc:docMk/>
          <pc:sldMk cId="3624778932" sldId="552"/>
        </pc:sldMkLst>
      </pc:sldChg>
    </pc:docChg>
  </pc:docChgLst>
  <pc:docChgLst>
    <pc:chgData name="Daniel Miller" userId="42672743-8b5b-4088-95cb-a4a5aec0836b" providerId="ADAL" clId="{37FB6865-EE87-4E2B-88FB-FC6E4DF73497}"/>
    <pc:docChg chg="custSel addSld delSld modSld modSection">
      <pc:chgData name="Daniel Miller" userId="42672743-8b5b-4088-95cb-a4a5aec0836b" providerId="ADAL" clId="{37FB6865-EE87-4E2B-88FB-FC6E4DF73497}" dt="2020-11-18T04:13:18.535" v="116" actId="47"/>
      <pc:docMkLst>
        <pc:docMk/>
      </pc:docMkLst>
      <pc:sldChg chg="modSp mod">
        <pc:chgData name="Daniel Miller" userId="42672743-8b5b-4088-95cb-a4a5aec0836b" providerId="ADAL" clId="{37FB6865-EE87-4E2B-88FB-FC6E4DF73497}" dt="2020-11-18T04:08:22.299" v="64" actId="1036"/>
        <pc:sldMkLst>
          <pc:docMk/>
          <pc:sldMk cId="1138490514" sldId="543"/>
        </pc:sldMkLst>
      </pc:sldChg>
      <pc:sldChg chg="modSp mod">
        <pc:chgData name="Daniel Miller" userId="42672743-8b5b-4088-95cb-a4a5aec0836b" providerId="ADAL" clId="{37FB6865-EE87-4E2B-88FB-FC6E4DF73497}" dt="2020-11-18T04:08:48.367" v="72" actId="1036"/>
        <pc:sldMkLst>
          <pc:docMk/>
          <pc:sldMk cId="4206657313" sldId="545"/>
        </pc:sldMkLst>
      </pc:sldChg>
      <pc:sldChg chg="modSp new del mod">
        <pc:chgData name="Daniel Miller" userId="42672743-8b5b-4088-95cb-a4a5aec0836b" providerId="ADAL" clId="{37FB6865-EE87-4E2B-88FB-FC6E4DF73497}" dt="2020-11-18T04:13:18.535" v="116" actId="47"/>
        <pc:sldMkLst>
          <pc:docMk/>
          <pc:sldMk cId="2303027468" sldId="548"/>
        </pc:sldMkLst>
      </pc:sldChg>
    </pc:docChg>
  </pc:docChgLst>
  <pc:docChgLst>
    <pc:chgData name="Dan Miller" userId="42672743-8b5b-4088-95cb-a4a5aec0836b" providerId="ADAL" clId="{FA85C932-C616-4EDD-84DB-7F0C93750F89}"/>
    <pc:docChg chg="modSld">
      <pc:chgData name="Dan Miller" userId="42672743-8b5b-4088-95cb-a4a5aec0836b" providerId="ADAL" clId="{FA85C932-C616-4EDD-84DB-7F0C93750F89}" dt="2024-05-28T22:39:41.468" v="11" actId="947"/>
      <pc:docMkLst>
        <pc:docMk/>
      </pc:docMkLst>
      <pc:sldChg chg="modSp mod">
        <pc:chgData name="Dan Miller" userId="42672743-8b5b-4088-95cb-a4a5aec0836b" providerId="ADAL" clId="{FA85C932-C616-4EDD-84DB-7F0C93750F89}" dt="2024-05-28T22:39:41.468" v="11" actId="947"/>
        <pc:sldMkLst>
          <pc:docMk/>
          <pc:sldMk cId="2845980106" sldId="256"/>
        </pc:sldMkLst>
      </pc:sldChg>
    </pc:docChg>
  </pc:docChgLst>
  <pc:docChgLst>
    <pc:chgData name="Dan Miller" userId="42672743-8b5b-4088-95cb-a4a5aec0836b" providerId="ADAL" clId="{6F7F4701-EDDF-4AB7-8E3E-8A4FDD7D2DB9}"/>
    <pc:docChg chg="modSld">
      <pc:chgData name="Dan Miller" userId="42672743-8b5b-4088-95cb-a4a5aec0836b" providerId="ADAL" clId="{6F7F4701-EDDF-4AB7-8E3E-8A4FDD7D2DB9}" dt="2025-04-11T20:36:10.522" v="30" actId="20577"/>
      <pc:docMkLst>
        <pc:docMk/>
      </pc:docMkLst>
      <pc:sldChg chg="modSp mod">
        <pc:chgData name="Dan Miller" userId="42672743-8b5b-4088-95cb-a4a5aec0836b" providerId="ADAL" clId="{6F7F4701-EDDF-4AB7-8E3E-8A4FDD7D2DB9}" dt="2025-04-11T20:36:10.522" v="30" actId="20577"/>
        <pc:sldMkLst>
          <pc:docMk/>
          <pc:sldMk cId="1138490514" sldId="543"/>
        </pc:sldMkLst>
      </pc:sldChg>
    </pc:docChg>
  </pc:docChgLst>
  <pc:docChgLst>
    <pc:chgData name="Daniel Miller" userId="42672743-8b5b-4088-95cb-a4a5aec0836b" providerId="ADAL" clId="{F17B3BEC-D508-4A16-9879-F877B07D9CC2}"/>
    <pc:docChg chg="undo custSel addSld delSld modSld modSection">
      <pc:chgData name="Daniel Miller" userId="42672743-8b5b-4088-95cb-a4a5aec0836b" providerId="ADAL" clId="{F17B3BEC-D508-4A16-9879-F877B07D9CC2}" dt="2024-03-13T20:17:53.943" v="1325" actId="20577"/>
      <pc:docMkLst>
        <pc:docMk/>
      </pc:docMkLst>
      <pc:sldChg chg="modSp mod">
        <pc:chgData name="Daniel Miller" userId="42672743-8b5b-4088-95cb-a4a5aec0836b" providerId="ADAL" clId="{F17B3BEC-D508-4A16-9879-F877B07D9CC2}" dt="2024-03-13T19:36:37.964" v="44" actId="20577"/>
        <pc:sldMkLst>
          <pc:docMk/>
          <pc:sldMk cId="2845980106" sldId="256"/>
        </pc:sldMkLst>
      </pc:sldChg>
      <pc:sldChg chg="addSp delSp modSp add del mod">
        <pc:chgData name="Daniel Miller" userId="42672743-8b5b-4088-95cb-a4a5aec0836b" providerId="ADAL" clId="{F17B3BEC-D508-4A16-9879-F877B07D9CC2}" dt="2024-03-13T20:14:28.672" v="1121" actId="20577"/>
        <pc:sldMkLst>
          <pc:docMk/>
          <pc:sldMk cId="1138490514" sldId="543"/>
        </pc:sldMkLst>
      </pc:sldChg>
      <pc:sldChg chg="modSp mod">
        <pc:chgData name="Daniel Miller" userId="42672743-8b5b-4088-95cb-a4a5aec0836b" providerId="ADAL" clId="{F17B3BEC-D508-4A16-9879-F877B07D9CC2}" dt="2024-03-13T19:57:54.534" v="484" actId="20577"/>
        <pc:sldMkLst>
          <pc:docMk/>
          <pc:sldMk cId="3022129024" sldId="544"/>
        </pc:sldMkLst>
      </pc:sldChg>
      <pc:sldChg chg="del">
        <pc:chgData name="Daniel Miller" userId="42672743-8b5b-4088-95cb-a4a5aec0836b" providerId="ADAL" clId="{F17B3BEC-D508-4A16-9879-F877B07D9CC2}" dt="2024-03-13T20:10:19.270" v="1089" actId="47"/>
        <pc:sldMkLst>
          <pc:docMk/>
          <pc:sldMk cId="4206657313" sldId="545"/>
        </pc:sldMkLst>
      </pc:sldChg>
      <pc:sldChg chg="delSp modSp mod">
        <pc:chgData name="Daniel Miller" userId="42672743-8b5b-4088-95cb-a4a5aec0836b" providerId="ADAL" clId="{F17B3BEC-D508-4A16-9879-F877B07D9CC2}" dt="2024-03-13T20:17:41.146" v="1316" actId="20577"/>
        <pc:sldMkLst>
          <pc:docMk/>
          <pc:sldMk cId="3033370183" sldId="546"/>
        </pc:sldMkLst>
      </pc:sldChg>
      <pc:sldChg chg="del">
        <pc:chgData name="Daniel Miller" userId="42672743-8b5b-4088-95cb-a4a5aec0836b" providerId="ADAL" clId="{F17B3BEC-D508-4A16-9879-F877B07D9CC2}" dt="2024-03-13T20:12:03.637" v="1092" actId="47"/>
        <pc:sldMkLst>
          <pc:docMk/>
          <pc:sldMk cId="706340389" sldId="547"/>
        </pc:sldMkLst>
      </pc:sldChg>
      <pc:sldChg chg="addSp delSp modSp add mod">
        <pc:chgData name="Daniel Miller" userId="42672743-8b5b-4088-95cb-a4a5aec0836b" providerId="ADAL" clId="{F17B3BEC-D508-4A16-9879-F877B07D9CC2}" dt="2024-03-13T20:15:08.073" v="1163" actId="1076"/>
        <pc:sldMkLst>
          <pc:docMk/>
          <pc:sldMk cId="1135830395" sldId="548"/>
        </pc:sldMkLst>
      </pc:sldChg>
      <pc:sldChg chg="modSp add mod">
        <pc:chgData name="Daniel Miller" userId="42672743-8b5b-4088-95cb-a4a5aec0836b" providerId="ADAL" clId="{F17B3BEC-D508-4A16-9879-F877B07D9CC2}" dt="2024-03-13T20:17:53.943" v="1325" actId="20577"/>
        <pc:sldMkLst>
          <pc:docMk/>
          <pc:sldMk cId="2579288774" sldId="549"/>
        </pc:sldMkLst>
      </pc:sldChg>
    </pc:docChg>
  </pc:docChgLst>
  <pc:docChgLst>
    <pc:chgData name="Dan Miller" userId="42672743-8b5b-4088-95cb-a4a5aec0836b" providerId="ADAL" clId="{75FDCA49-3E93-4374-9006-36FEFB3EE1A2}"/>
    <pc:docChg chg="undo custSel addSld delSld modSld sldOrd modSection">
      <pc:chgData name="Dan Miller" userId="42672743-8b5b-4088-95cb-a4a5aec0836b" providerId="ADAL" clId="{75FDCA49-3E93-4374-9006-36FEFB3EE1A2}" dt="2025-10-16T18:56:37.327" v="375" actId="47"/>
      <pc:docMkLst>
        <pc:docMk/>
      </pc:docMkLst>
      <pc:sldChg chg="delSp modSp mod">
        <pc:chgData name="Dan Miller" userId="42672743-8b5b-4088-95cb-a4a5aec0836b" providerId="ADAL" clId="{75FDCA49-3E93-4374-9006-36FEFB3EE1A2}" dt="2025-10-16T16:34:35.389" v="3" actId="478"/>
        <pc:sldMkLst>
          <pc:docMk/>
          <pc:sldMk cId="1138490514" sldId="543"/>
        </pc:sldMkLst>
        <pc:spChg chg="del mod">
          <ac:chgData name="Dan Miller" userId="42672743-8b5b-4088-95cb-a4a5aec0836b" providerId="ADAL" clId="{75FDCA49-3E93-4374-9006-36FEFB3EE1A2}" dt="2025-10-16T16:34:35.389" v="3" actId="478"/>
          <ac:spMkLst>
            <pc:docMk/>
            <pc:sldMk cId="1138490514" sldId="543"/>
            <ac:spMk id="28" creationId="{02E10CDB-2E0E-3619-BB01-29786CA9800E}"/>
          </ac:spMkLst>
        </pc:spChg>
        <pc:picChg chg="del">
          <ac:chgData name="Dan Miller" userId="42672743-8b5b-4088-95cb-a4a5aec0836b" providerId="ADAL" clId="{75FDCA49-3E93-4374-9006-36FEFB3EE1A2}" dt="2025-10-16T16:34:33.775" v="2" actId="478"/>
          <ac:picMkLst>
            <pc:docMk/>
            <pc:sldMk cId="1138490514" sldId="543"/>
            <ac:picMk id="22" creationId="{54EECB57-5C94-D69E-CFD7-ACF28B6E6029}"/>
          </ac:picMkLst>
        </pc:picChg>
        <pc:cxnChg chg="del">
          <ac:chgData name="Dan Miller" userId="42672743-8b5b-4088-95cb-a4a5aec0836b" providerId="ADAL" clId="{75FDCA49-3E93-4374-9006-36FEFB3EE1A2}" dt="2025-10-16T16:34:32.148" v="0" actId="478"/>
          <ac:cxnSpMkLst>
            <pc:docMk/>
            <pc:sldMk cId="1138490514" sldId="543"/>
            <ac:cxnSpMk id="24" creationId="{A49012D9-8540-3404-7174-B542AD54C003}"/>
          </ac:cxnSpMkLst>
        </pc:cxnChg>
      </pc:sldChg>
      <pc:sldChg chg="modSp mod">
        <pc:chgData name="Dan Miller" userId="42672743-8b5b-4088-95cb-a4a5aec0836b" providerId="ADAL" clId="{75FDCA49-3E93-4374-9006-36FEFB3EE1A2}" dt="2025-10-16T18:55:26.291" v="374" actId="15"/>
        <pc:sldMkLst>
          <pc:docMk/>
          <pc:sldMk cId="3022129024" sldId="544"/>
        </pc:sldMkLst>
        <pc:spChg chg="mod">
          <ac:chgData name="Dan Miller" userId="42672743-8b5b-4088-95cb-a4a5aec0836b" providerId="ADAL" clId="{75FDCA49-3E93-4374-9006-36FEFB3EE1A2}" dt="2025-10-16T18:55:26.291" v="374" actId="15"/>
          <ac:spMkLst>
            <pc:docMk/>
            <pc:sldMk cId="3022129024" sldId="544"/>
            <ac:spMk id="5" creationId="{E17D8C23-2334-404D-841B-B22B15D8EE78}"/>
          </ac:spMkLst>
        </pc:spChg>
      </pc:sldChg>
      <pc:sldChg chg="del">
        <pc:chgData name="Dan Miller" userId="42672743-8b5b-4088-95cb-a4a5aec0836b" providerId="ADAL" clId="{75FDCA49-3E93-4374-9006-36FEFB3EE1A2}" dt="2025-10-16T18:56:37.327" v="375" actId="47"/>
        <pc:sldMkLst>
          <pc:docMk/>
          <pc:sldMk cId="3033370183" sldId="546"/>
        </pc:sldMkLst>
      </pc:sldChg>
      <pc:sldChg chg="modSp new mod">
        <pc:chgData name="Dan Miller" userId="42672743-8b5b-4088-95cb-a4a5aec0836b" providerId="ADAL" clId="{75FDCA49-3E93-4374-9006-36FEFB3EE1A2}" dt="2025-10-16T16:54:13.244" v="265" actId="404"/>
        <pc:sldMkLst>
          <pc:docMk/>
          <pc:sldMk cId="387995674" sldId="553"/>
        </pc:sldMkLst>
        <pc:spChg chg="mod">
          <ac:chgData name="Dan Miller" userId="42672743-8b5b-4088-95cb-a4a5aec0836b" providerId="ADAL" clId="{75FDCA49-3E93-4374-9006-36FEFB3EE1A2}" dt="2025-10-16T16:46:46.042" v="13" actId="20577"/>
          <ac:spMkLst>
            <pc:docMk/>
            <pc:sldMk cId="387995674" sldId="553"/>
            <ac:spMk id="2" creationId="{F8C755A8-3A3F-4212-2031-9910A3CC6648}"/>
          </ac:spMkLst>
        </pc:spChg>
        <pc:spChg chg="mod">
          <ac:chgData name="Dan Miller" userId="42672743-8b5b-4088-95cb-a4a5aec0836b" providerId="ADAL" clId="{75FDCA49-3E93-4374-9006-36FEFB3EE1A2}" dt="2025-10-16T16:54:13.244" v="265" actId="404"/>
          <ac:spMkLst>
            <pc:docMk/>
            <pc:sldMk cId="387995674" sldId="553"/>
            <ac:spMk id="3" creationId="{F3BA3939-46FF-8796-B8F4-BFC848C34B0D}"/>
          </ac:spMkLst>
        </pc:spChg>
      </pc:sldChg>
      <pc:sldChg chg="modSp new mod ord">
        <pc:chgData name="Dan Miller" userId="42672743-8b5b-4088-95cb-a4a5aec0836b" providerId="ADAL" clId="{75FDCA49-3E93-4374-9006-36FEFB3EE1A2}" dt="2025-10-16T18:40:48.119" v="372" actId="403"/>
        <pc:sldMkLst>
          <pc:docMk/>
          <pc:sldMk cId="1260071688" sldId="554"/>
        </pc:sldMkLst>
        <pc:spChg chg="mod">
          <ac:chgData name="Dan Miller" userId="42672743-8b5b-4088-95cb-a4a5aec0836b" providerId="ADAL" clId="{75FDCA49-3E93-4374-9006-36FEFB3EE1A2}" dt="2025-10-16T17:36:13.220" v="274" actId="20577"/>
          <ac:spMkLst>
            <pc:docMk/>
            <pc:sldMk cId="1260071688" sldId="554"/>
            <ac:spMk id="2" creationId="{B95FC165-D3DE-B526-789E-ABDB280DD8EB}"/>
          </ac:spMkLst>
        </pc:spChg>
        <pc:spChg chg="mod">
          <ac:chgData name="Dan Miller" userId="42672743-8b5b-4088-95cb-a4a5aec0836b" providerId="ADAL" clId="{75FDCA49-3E93-4374-9006-36FEFB3EE1A2}" dt="2025-10-16T18:40:48.119" v="372" actId="403"/>
          <ac:spMkLst>
            <pc:docMk/>
            <pc:sldMk cId="1260071688" sldId="554"/>
            <ac:spMk id="3" creationId="{D145232B-A673-99F1-7A6F-D933E5F21313}"/>
          </ac:spMkLst>
        </pc:spChg>
      </pc:sldChg>
    </pc:docChg>
  </pc:docChgLst>
  <pc:docChgLst>
    <pc:chgData name="Daniel Miller" userId="42672743-8b5b-4088-95cb-a4a5aec0836b" providerId="ADAL" clId="{9716BC18-D29A-48B1-B36D-BCD51975F355}"/>
    <pc:docChg chg="modSld">
      <pc:chgData name="Daniel Miller" userId="42672743-8b5b-4088-95cb-a4a5aec0836b" providerId="ADAL" clId="{9716BC18-D29A-48B1-B36D-BCD51975F355}" dt="2021-10-20T20:11:21.439" v="21" actId="6549"/>
      <pc:docMkLst>
        <pc:docMk/>
      </pc:docMkLst>
      <pc:sldChg chg="modSp mod">
        <pc:chgData name="Daniel Miller" userId="42672743-8b5b-4088-95cb-a4a5aec0836b" providerId="ADAL" clId="{9716BC18-D29A-48B1-B36D-BCD51975F355}" dt="2021-10-20T20:11:21.439" v="21" actId="6549"/>
        <pc:sldMkLst>
          <pc:docMk/>
          <pc:sldMk cId="3033370183" sldId="546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1808AFC8-AD1D-44AC-A812-7819695DFF9D}" type="datetimeFigureOut">
              <a:rPr lang="en-US" smtClean="0"/>
              <a:t>10/16/2025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D3B3F9E2-4067-44F2-9B2E-B1570E92FE4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65750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59C4FF77-3FD9-4243-ABDA-5B43BF5E6DCE}" type="datetimeFigureOut">
              <a:rPr lang="en-US" smtClean="0"/>
              <a:t>10/16/2025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E1500287-3FAA-4D5B-9C25-C8C31E68B4E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308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77875" y="1200150"/>
            <a:ext cx="5759450" cy="32400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500287-3FAA-4D5B-9C25-C8C31E68B4E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91907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3" y="3085765"/>
            <a:ext cx="11262867" cy="3304800"/>
          </a:xfrm>
          <a:prstGeom prst="rect">
            <a:avLst/>
          </a:prstGeom>
          <a:solidFill>
            <a:srgbClr val="01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2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27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3" y="2495447"/>
            <a:ext cx="10993547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200" cap="all">
                <a:solidFill>
                  <a:schemeClr val="accent2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9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9BA2409-4EC9-4863-87AA-33B84AADB0EF}" type="datetime1">
              <a:rPr lang="en-US" smtClean="0"/>
              <a:t>10/16/2025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3"/>
            <a:ext cx="691721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9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5" y="614407"/>
            <a:ext cx="11309339" cy="662458"/>
          </a:xfrm>
          <a:prstGeom prst="rect">
            <a:avLst/>
          </a:prstGeom>
          <a:solidFill>
            <a:srgbClr val="01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005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4" y="2180498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59AD3-7425-4E24-A5A3-AF1D62A56AAC}" type="datetime1">
              <a:rPr lang="en-US" smtClean="0"/>
              <a:t>10/16/2025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>
          <a:xfrm>
            <a:off x="5568701" y="6405804"/>
            <a:ext cx="1052511" cy="365125"/>
          </a:xfrm>
        </p:spPr>
        <p:txBody>
          <a:bodyPr/>
          <a:lstStyle>
            <a:lvl1pPr algn="ctr">
              <a:defRPr/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8" y="5141976"/>
            <a:ext cx="11290860" cy="1258827"/>
          </a:xfrm>
          <a:prstGeom prst="rect">
            <a:avLst/>
          </a:prstGeom>
          <a:solidFill>
            <a:srgbClr val="01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4" y="3043912"/>
            <a:ext cx="11029615" cy="1497507"/>
          </a:xfrm>
        </p:spPr>
        <p:txBody>
          <a:bodyPr anchor="b">
            <a:normAutofit/>
          </a:bodyPr>
          <a:lstStyle>
            <a:lvl1pPr algn="l">
              <a:defRPr sz="27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4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 cap="all">
                <a:solidFill>
                  <a:schemeClr val="accent2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379954A6-B809-4684-A6C2-E7533205D9E2}" type="datetime1">
              <a:rPr lang="en-US" smtClean="0"/>
              <a:t>10/16/2025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4" y="2228004"/>
            <a:ext cx="5422391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4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89A2BB-CB63-4F58-B3E0-A3DFEA0E9563}" type="datetime1">
              <a:rPr lang="en-US" smtClean="0"/>
              <a:t>10/16/2025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>
            <a:spLocks noChangeAspect="1"/>
          </p:cNvSpPr>
          <p:nvPr userDrawn="1"/>
        </p:nvSpPr>
        <p:spPr>
          <a:xfrm>
            <a:off x="440285" y="614407"/>
            <a:ext cx="11309339" cy="662458"/>
          </a:xfrm>
          <a:prstGeom prst="rect">
            <a:avLst/>
          </a:prstGeom>
          <a:solidFill>
            <a:srgbClr val="01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005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20" y="2250894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7" y="2250894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10" y="2926054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DC4EF-A652-4940-9783-282036610D2C}" type="datetime1">
              <a:rPr lang="en-US" smtClean="0"/>
              <a:t>10/16/2025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 dirty="0"/>
          </a:p>
        </p:txBody>
      </p:sp>
      <p:sp>
        <p:nvSpPr>
          <p:cNvPr id="13" name="Rectangle 12"/>
          <p:cNvSpPr>
            <a:spLocks noChangeAspect="1"/>
          </p:cNvSpPr>
          <p:nvPr userDrawn="1"/>
        </p:nvSpPr>
        <p:spPr>
          <a:xfrm>
            <a:off x="440285" y="614407"/>
            <a:ext cx="11309339" cy="662458"/>
          </a:xfrm>
          <a:prstGeom prst="rect">
            <a:avLst/>
          </a:prstGeom>
          <a:solidFill>
            <a:srgbClr val="01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005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7ACF5-A597-4416-9F56-8DD18D24A0BD}" type="datetime1">
              <a:rPr lang="en-US" smtClean="0"/>
              <a:t>10/16/2025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>
            <a:spLocks noChangeAspect="1"/>
          </p:cNvSpPr>
          <p:nvPr userDrawn="1"/>
        </p:nvSpPr>
        <p:spPr>
          <a:xfrm>
            <a:off x="440285" y="614407"/>
            <a:ext cx="11309339" cy="662458"/>
          </a:xfrm>
          <a:prstGeom prst="rect">
            <a:avLst/>
          </a:prstGeom>
          <a:solidFill>
            <a:srgbClr val="01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005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98E2F-A81E-4448-80E8-4A236CB9277C}" type="datetime1">
              <a:rPr lang="en-US" smtClean="0"/>
              <a:t>10/16/2025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rgbClr val="01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15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1500">
                <a:solidFill>
                  <a:schemeClr val="tx2"/>
                </a:solidFill>
              </a:defRPr>
            </a:lvl1pPr>
            <a:lvl2pPr>
              <a:defRPr sz="1350">
                <a:solidFill>
                  <a:schemeClr val="tx2"/>
                </a:solidFill>
              </a:defRPr>
            </a:lvl2pPr>
            <a:lvl3pPr>
              <a:defRPr sz="1200">
                <a:solidFill>
                  <a:schemeClr val="tx2"/>
                </a:solidFill>
              </a:defRPr>
            </a:lvl3pPr>
            <a:lvl4pPr>
              <a:defRPr sz="1050">
                <a:solidFill>
                  <a:schemeClr val="tx2"/>
                </a:solidFill>
              </a:defRPr>
            </a:lvl4pPr>
            <a:lvl5pPr>
              <a:defRPr sz="1050">
                <a:solidFill>
                  <a:schemeClr val="tx2"/>
                </a:solidFill>
              </a:defRPr>
            </a:lvl5pPr>
            <a:lvl6pPr>
              <a:defRPr sz="1050">
                <a:solidFill>
                  <a:schemeClr val="tx2"/>
                </a:solidFill>
              </a:defRPr>
            </a:lvl6pPr>
            <a:lvl7pPr>
              <a:defRPr sz="1050">
                <a:solidFill>
                  <a:schemeClr val="tx2"/>
                </a:solidFill>
              </a:defRPr>
            </a:lvl7pPr>
            <a:lvl8pPr>
              <a:defRPr sz="1050">
                <a:solidFill>
                  <a:schemeClr val="tx2"/>
                </a:solidFill>
              </a:defRPr>
            </a:lvl8pPr>
            <a:lvl9pPr>
              <a:defRPr sz="105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4" y="5262298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825">
                <a:solidFill>
                  <a:schemeClr val="bg1"/>
                </a:solidFill>
              </a:defRPr>
            </a:lvl1pPr>
            <a:lvl2pPr marL="342900" indent="0">
              <a:buNone/>
              <a:defRPr sz="825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1DD370BB-9E1A-4DFF-B113-E28105CC0C97}" type="datetime1">
              <a:rPr lang="en-US" smtClean="0"/>
              <a:t>10/16/2025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18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5260129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F6BED-047F-4469-811B-B85ECBE88DE1}" type="datetime1">
              <a:rPr lang="en-US" smtClean="0"/>
              <a:t>10/16/2025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81047-CF3A-4508-B134-659221617051}" type="datetime1">
              <a:rPr lang="en-US" smtClean="0"/>
              <a:t>10/16/2025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 dirty="0"/>
          </a:p>
        </p:txBody>
      </p:sp>
      <p:sp>
        <p:nvSpPr>
          <p:cNvPr id="10" name="Rectangle 9"/>
          <p:cNvSpPr>
            <a:spLocks noChangeAspect="1"/>
          </p:cNvSpPr>
          <p:nvPr userDrawn="1"/>
        </p:nvSpPr>
        <p:spPr>
          <a:xfrm>
            <a:off x="440285" y="614407"/>
            <a:ext cx="11309339" cy="662458"/>
          </a:xfrm>
          <a:prstGeom prst="rect">
            <a:avLst/>
          </a:prstGeom>
          <a:solidFill>
            <a:srgbClr val="01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005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2" y="599725"/>
            <a:ext cx="2906817" cy="5816950"/>
          </a:xfrm>
          <a:prstGeom prst="rect">
            <a:avLst/>
          </a:prstGeom>
          <a:solidFill>
            <a:srgbClr val="01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2" y="675728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5" y="675728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4" y="5956139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49343CD-E14F-44AF-ACDC-6C570D9AE07E}" type="datetime1">
              <a:rPr lang="en-US" smtClean="0"/>
              <a:t>10/16/2025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5" y="5951813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6" y="5956139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766010" y="5955465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8/31/2016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3"/>
            <a:ext cx="69172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67235" y="6427340"/>
            <a:ext cx="10525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5" y="457200"/>
            <a:ext cx="3703320" cy="94997"/>
          </a:xfrm>
          <a:prstGeom prst="rect">
            <a:avLst/>
          </a:prstGeom>
          <a:solidFill>
            <a:srgbClr val="9BC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00A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1" y="457200"/>
            <a:ext cx="3703320" cy="91440"/>
          </a:xfrm>
          <a:prstGeom prst="rect">
            <a:avLst/>
          </a:prstGeom>
          <a:solidFill>
            <a:srgbClr val="C1D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3" name="Picture 12" descr="A picture containing drawing&#10;&#10;Description automatically generated">
            <a:extLst>
              <a:ext uri="{FF2B5EF4-FFF2-40B4-BE49-F238E27FC236}">
                <a16:creationId xmlns:a16="http://schemas.microsoft.com/office/drawing/2014/main" id="{E5AE9234-AA92-4CEB-90B5-90EEA5BCF750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581192" y="6400800"/>
            <a:ext cx="1558456" cy="36576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342900" rtl="0" eaLnBrk="1" latinLnBrk="0" hangingPunct="1">
        <a:spcBef>
          <a:spcPct val="0"/>
        </a:spcBef>
        <a:buNone/>
        <a:defRPr sz="21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9500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350" kern="1200">
          <a:solidFill>
            <a:schemeClr val="tx2"/>
          </a:solidFill>
          <a:latin typeface="+mn-lt"/>
          <a:ea typeface="+mn-ea"/>
          <a:cs typeface="+mn-cs"/>
        </a:defRPr>
      </a:lvl1pPr>
      <a:lvl2pPr marL="472500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675000" indent="-202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50" kern="1200">
          <a:solidFill>
            <a:schemeClr val="tx2"/>
          </a:solidFill>
          <a:latin typeface="+mn-lt"/>
          <a:ea typeface="+mn-ea"/>
          <a:cs typeface="+mn-cs"/>
        </a:defRPr>
      </a:lvl3pPr>
      <a:lvl4pPr marL="931500" indent="-175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4pPr>
      <a:lvl5pPr marL="1201500" indent="-175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5pPr>
      <a:lvl6pPr marL="1425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6pPr>
      <a:lvl7pPr marL="165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7pPr>
      <a:lvl8pPr marL="1875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8pPr>
      <a:lvl9pPr marL="21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cap="small" dirty="0" err="1"/>
              <a:t>AnchorPro</a:t>
            </a:r>
            <a:endParaRPr lang="en-US" cap="small" dirty="0"/>
          </a:p>
        </p:txBody>
      </p:sp>
      <p:sp>
        <p:nvSpPr>
          <p:cNvPr id="8" name="Subtitle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Prepared by Dan Miller</a:t>
            </a:r>
          </a:p>
        </p:txBody>
      </p:sp>
    </p:spTree>
    <p:extLst>
      <p:ext uri="{BB962C8B-B14F-4D97-AF65-F5344CB8AC3E}">
        <p14:creationId xmlns:p14="http://schemas.microsoft.com/office/powerpoint/2010/main" val="2845980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FC165-D3DE-B526-789E-ABDB280DD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5232B-A673-99F1-7A6F-D933E5F21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Why AnchorPro?</a:t>
            </a:r>
          </a:p>
          <a:p>
            <a:r>
              <a:rPr lang="en-US" sz="3200" dirty="0"/>
              <a:t>What is AnchorPro?</a:t>
            </a:r>
          </a:p>
          <a:p>
            <a:r>
              <a:rPr lang="en-US" sz="3200" dirty="0"/>
              <a:t>Use Cases</a:t>
            </a:r>
          </a:p>
          <a:p>
            <a:r>
              <a:rPr lang="en-US" sz="3200" dirty="0"/>
              <a:t>Where to find it?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E4776A-E08E-AA16-1489-E4A6D0560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0071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D9CB2BED-AD80-FC92-6BEA-D32AE86E1D7D}"/>
              </a:ext>
            </a:extLst>
          </p:cNvPr>
          <p:cNvSpPr/>
          <p:nvPr/>
        </p:nvSpPr>
        <p:spPr>
          <a:xfrm>
            <a:off x="5873053" y="2037458"/>
            <a:ext cx="2826588" cy="43898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8301DD-D821-7814-7C78-B1438B9901C5}"/>
              </a:ext>
            </a:extLst>
          </p:cNvPr>
          <p:cNvSpPr/>
          <p:nvPr/>
        </p:nvSpPr>
        <p:spPr>
          <a:xfrm>
            <a:off x="2748694" y="2037458"/>
            <a:ext cx="2826588" cy="43898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04C7DFE-A0C6-4AFF-AE5F-7DA3EB171B49}"/>
              </a:ext>
            </a:extLst>
          </p:cNvPr>
          <p:cNvSpPr/>
          <p:nvPr/>
        </p:nvSpPr>
        <p:spPr>
          <a:xfrm>
            <a:off x="8982364" y="2037014"/>
            <a:ext cx="3011864" cy="439032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130A08E-1633-4ADF-9BBB-CA92F64295AB}"/>
              </a:ext>
            </a:extLst>
          </p:cNvPr>
          <p:cNvSpPr/>
          <p:nvPr/>
        </p:nvSpPr>
        <p:spPr>
          <a:xfrm>
            <a:off x="87671" y="2037459"/>
            <a:ext cx="2532055" cy="2895736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Packaging workflow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D3FFDA03-F7A5-4542-8B2B-A7DD056F8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309" y="3545047"/>
            <a:ext cx="508381" cy="50838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D9D15CD2-FFED-47F9-8E35-C4C14C902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5222" y="3224893"/>
            <a:ext cx="501120" cy="50112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E75FBDC9-2E8A-41EF-81C8-A21A532CB9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8426" y="2962538"/>
            <a:ext cx="522788" cy="522789"/>
          </a:xfrm>
          <a:prstGeom prst="rect">
            <a:avLst/>
          </a:prstGeom>
        </p:spPr>
      </p:pic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4AF56FF-EACC-4098-BD5C-DBC6E6B6EFA7}"/>
              </a:ext>
            </a:extLst>
          </p:cNvPr>
          <p:cNvCxnSpPr>
            <a:cxnSpLocks/>
          </p:cNvCxnSpPr>
          <p:nvPr/>
        </p:nvCxnSpPr>
        <p:spPr>
          <a:xfrm flipV="1">
            <a:off x="8668672" y="2222124"/>
            <a:ext cx="459699" cy="1100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" name="Picture 50">
            <a:extLst>
              <a:ext uri="{FF2B5EF4-FFF2-40B4-BE49-F238E27FC236}">
                <a16:creationId xmlns:a16="http://schemas.microsoft.com/office/drawing/2014/main" id="{C6867D82-B361-4561-AB28-9F34AC5B47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8511" y="2610518"/>
            <a:ext cx="1429783" cy="1429784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3A0F071-EECD-43EA-811E-89E73212C31E}"/>
              </a:ext>
            </a:extLst>
          </p:cNvPr>
          <p:cNvSpPr txBox="1"/>
          <p:nvPr/>
        </p:nvSpPr>
        <p:spPr>
          <a:xfrm>
            <a:off x="197772" y="2037458"/>
            <a:ext cx="22797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Populate Equipment Schedule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8ECDB52-01A7-4ACA-9122-74CAEF315304}"/>
              </a:ext>
            </a:extLst>
          </p:cNvPr>
          <p:cNvSpPr txBox="1"/>
          <p:nvPr/>
        </p:nvSpPr>
        <p:spPr>
          <a:xfrm>
            <a:off x="5818736" y="2027472"/>
            <a:ext cx="3011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Calculate Anchor Capacity using third-party software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3EB3FF4-E263-4C84-BEAC-F7D067D8C22D}"/>
              </a:ext>
            </a:extLst>
          </p:cNvPr>
          <p:cNvCxnSpPr>
            <a:cxnSpLocks/>
          </p:cNvCxnSpPr>
          <p:nvPr/>
        </p:nvCxnSpPr>
        <p:spPr>
          <a:xfrm>
            <a:off x="2436541" y="2223713"/>
            <a:ext cx="49761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4FE76712-88F7-4EFF-85E5-2F4619A22CB3}"/>
              </a:ext>
            </a:extLst>
          </p:cNvPr>
          <p:cNvSpPr txBox="1"/>
          <p:nvPr/>
        </p:nvSpPr>
        <p:spPr>
          <a:xfrm>
            <a:off x="2934153" y="2037014"/>
            <a:ext cx="24893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Calculate Equipment Forces and Anchor Demands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26FF81E-A97F-442E-B0B6-90E1E56FE3F5}"/>
              </a:ext>
            </a:extLst>
          </p:cNvPr>
          <p:cNvSpPr txBox="1"/>
          <p:nvPr/>
        </p:nvSpPr>
        <p:spPr>
          <a:xfrm>
            <a:off x="8997412" y="2009367"/>
            <a:ext cx="2950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Assemble Calculation Package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9CA3FD3-D06A-24D2-3B82-58D8C32882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9919412"/>
              </p:ext>
            </p:extLst>
          </p:nvPr>
        </p:nvGraphicFramePr>
        <p:xfrm>
          <a:off x="303774" y="2610518"/>
          <a:ext cx="203241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83">
                  <a:extLst>
                    <a:ext uri="{9D8B030D-6E8A-4147-A177-3AD203B41FA5}">
                      <a16:colId xmlns:a16="http://schemas.microsoft.com/office/drawing/2014/main" val="4247363572"/>
                    </a:ext>
                  </a:extLst>
                </a:gridCol>
                <a:gridCol w="406483">
                  <a:extLst>
                    <a:ext uri="{9D8B030D-6E8A-4147-A177-3AD203B41FA5}">
                      <a16:colId xmlns:a16="http://schemas.microsoft.com/office/drawing/2014/main" val="3550010722"/>
                    </a:ext>
                  </a:extLst>
                </a:gridCol>
                <a:gridCol w="406483">
                  <a:extLst>
                    <a:ext uri="{9D8B030D-6E8A-4147-A177-3AD203B41FA5}">
                      <a16:colId xmlns:a16="http://schemas.microsoft.com/office/drawing/2014/main" val="1397485518"/>
                    </a:ext>
                  </a:extLst>
                </a:gridCol>
                <a:gridCol w="406483">
                  <a:extLst>
                    <a:ext uri="{9D8B030D-6E8A-4147-A177-3AD203B41FA5}">
                      <a16:colId xmlns:a16="http://schemas.microsoft.com/office/drawing/2014/main" val="1612475946"/>
                    </a:ext>
                  </a:extLst>
                </a:gridCol>
                <a:gridCol w="406483">
                  <a:extLst>
                    <a:ext uri="{9D8B030D-6E8A-4147-A177-3AD203B41FA5}">
                      <a16:colId xmlns:a16="http://schemas.microsoft.com/office/drawing/2014/main" val="4129400601"/>
                    </a:ext>
                  </a:extLst>
                </a:gridCol>
              </a:tblGrid>
              <a:tr h="21863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6307735"/>
                  </a:ext>
                </a:extLst>
              </a:tr>
              <a:tr h="21863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275597"/>
                  </a:ext>
                </a:extLst>
              </a:tr>
              <a:tr h="21863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83320"/>
                  </a:ext>
                </a:extLst>
              </a:tr>
              <a:tr h="21863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28098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A7A420B9-3840-FC65-964D-338C8FC310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4350" y="5016866"/>
            <a:ext cx="2336189" cy="126623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7725E2-0577-7E10-7028-3E25398481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1174" y="4231757"/>
            <a:ext cx="2229633" cy="120887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DC53CF2-BCB9-9892-6039-070858DDEC5D}"/>
              </a:ext>
            </a:extLst>
          </p:cNvPr>
          <p:cNvSpPr txBox="1"/>
          <p:nvPr/>
        </p:nvSpPr>
        <p:spPr>
          <a:xfrm>
            <a:off x="3082422" y="4866419"/>
            <a:ext cx="2250149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Hand Calcs and Ad-Hoc Worksheets</a:t>
            </a:r>
          </a:p>
        </p:txBody>
      </p:sp>
      <p:pic>
        <p:nvPicPr>
          <p:cNvPr id="18" name="Picture 2" descr="Mario Fitz posted on LinkedIn">
            <a:extLst>
              <a:ext uri="{FF2B5EF4-FFF2-40B4-BE49-F238E27FC236}">
                <a16:creationId xmlns:a16="http://schemas.microsoft.com/office/drawing/2014/main" id="{FA0D2B43-0213-5A63-EAB7-5E675601AF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598" y="3518039"/>
            <a:ext cx="2656074" cy="1354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E381137-4D40-0B0E-FFF1-017B78B9B5BD}"/>
              </a:ext>
            </a:extLst>
          </p:cNvPr>
          <p:cNvCxnSpPr>
            <a:cxnSpLocks/>
          </p:cNvCxnSpPr>
          <p:nvPr/>
        </p:nvCxnSpPr>
        <p:spPr>
          <a:xfrm>
            <a:off x="5514986" y="2223713"/>
            <a:ext cx="49761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490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44B01-0BD8-42A0-AE92-B538C7E95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Packaging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2125C-55E9-4800-A4E3-CAB0B9C9A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Content Placeholder 61">
            <a:extLst>
              <a:ext uri="{FF2B5EF4-FFF2-40B4-BE49-F238E27FC236}">
                <a16:creationId xmlns:a16="http://schemas.microsoft.com/office/drawing/2014/main" id="{E17D8C23-2334-404D-841B-B22B15D8EE78}"/>
              </a:ext>
            </a:extLst>
          </p:cNvPr>
          <p:cNvSpPr txBox="1">
            <a:spLocks/>
          </p:cNvSpPr>
          <p:nvPr/>
        </p:nvSpPr>
        <p:spPr>
          <a:xfrm>
            <a:off x="689672" y="2135092"/>
            <a:ext cx="9816403" cy="3633047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 marL="229500" indent="-22950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35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72500" indent="-22950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75000" indent="-20250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05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31500" indent="-17550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201500" indent="-17550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425000" indent="-17145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650000" indent="-17145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875000" indent="-17145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100000" indent="-17145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sz="4400" u="sng" dirty="0"/>
              <a:t>Limitations</a:t>
            </a:r>
          </a:p>
          <a:p>
            <a:r>
              <a:rPr lang="en-US" sz="2800" dirty="0"/>
              <a:t>Ad-hoc analysis methodology</a:t>
            </a:r>
          </a:p>
          <a:p>
            <a:r>
              <a:rPr lang="en-US" sz="2800" dirty="0"/>
              <a:t>Inconsistent (often overly-conservative) calculation assumptions</a:t>
            </a:r>
          </a:p>
          <a:p>
            <a:r>
              <a:rPr lang="en-US" sz="2800" dirty="0"/>
              <a:t>Inefficient for evaluation of multiple units or anchorage products</a:t>
            </a:r>
          </a:p>
          <a:p>
            <a:r>
              <a:rPr lang="en-US" sz="2800" dirty="0"/>
              <a:t>Calculation package must be compiled from multiple sources</a:t>
            </a:r>
          </a:p>
        </p:txBody>
      </p:sp>
    </p:spTree>
    <p:extLst>
      <p:ext uri="{BB962C8B-B14F-4D97-AF65-F5344CB8AC3E}">
        <p14:creationId xmlns:p14="http://schemas.microsoft.com/office/powerpoint/2010/main" val="3022129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80">
            <a:extLst>
              <a:ext uri="{FF2B5EF4-FFF2-40B4-BE49-F238E27FC236}">
                <a16:creationId xmlns:a16="http://schemas.microsoft.com/office/drawing/2014/main" id="{F04C7DFE-A0C6-4AFF-AE5F-7DA3EB171B49}"/>
              </a:ext>
            </a:extLst>
          </p:cNvPr>
          <p:cNvSpPr/>
          <p:nvPr/>
        </p:nvSpPr>
        <p:spPr>
          <a:xfrm>
            <a:off x="3068426" y="2037017"/>
            <a:ext cx="8925802" cy="439032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130A08E-1633-4ADF-9BBB-CA92F64295AB}"/>
              </a:ext>
            </a:extLst>
          </p:cNvPr>
          <p:cNvSpPr/>
          <p:nvPr/>
        </p:nvSpPr>
        <p:spPr>
          <a:xfrm>
            <a:off x="87671" y="2037459"/>
            <a:ext cx="2532055" cy="2895736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equipment anchorage using </a:t>
            </a:r>
            <a:r>
              <a:rPr lang="en-US" i="1" cap="none" dirty="0" err="1"/>
              <a:t>AnchorPro</a:t>
            </a:r>
            <a:endParaRPr lang="en-US" i="1" cap="non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3A0F071-EECD-43EA-811E-89E73212C31E}"/>
              </a:ext>
            </a:extLst>
          </p:cNvPr>
          <p:cNvSpPr txBox="1"/>
          <p:nvPr/>
        </p:nvSpPr>
        <p:spPr>
          <a:xfrm>
            <a:off x="197772" y="2037458"/>
            <a:ext cx="22797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Populate Equipment Schedule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3EB3FF4-E263-4C84-BEAC-F7D067D8C22D}"/>
              </a:ext>
            </a:extLst>
          </p:cNvPr>
          <p:cNvCxnSpPr>
            <a:cxnSpLocks/>
          </p:cNvCxnSpPr>
          <p:nvPr/>
        </p:nvCxnSpPr>
        <p:spPr>
          <a:xfrm>
            <a:off x="2477509" y="3204878"/>
            <a:ext cx="82936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26FF81E-A97F-442E-B0B6-90E1E56FE3F5}"/>
              </a:ext>
            </a:extLst>
          </p:cNvPr>
          <p:cNvSpPr txBox="1"/>
          <p:nvPr/>
        </p:nvSpPr>
        <p:spPr>
          <a:xfrm>
            <a:off x="3451607" y="5084083"/>
            <a:ext cx="51775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Calculate deign loads (ASCE 7, CBC, etc.)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Compute anchor demands by structural analysis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Compute anchor capacity and breakout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Complete and clear calculation report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9CA3FD3-D06A-24D2-3B82-58D8C32882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143454"/>
              </p:ext>
            </p:extLst>
          </p:nvPr>
        </p:nvGraphicFramePr>
        <p:xfrm>
          <a:off x="303774" y="2610518"/>
          <a:ext cx="203241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83">
                  <a:extLst>
                    <a:ext uri="{9D8B030D-6E8A-4147-A177-3AD203B41FA5}">
                      <a16:colId xmlns:a16="http://schemas.microsoft.com/office/drawing/2014/main" val="4247363572"/>
                    </a:ext>
                  </a:extLst>
                </a:gridCol>
                <a:gridCol w="406483">
                  <a:extLst>
                    <a:ext uri="{9D8B030D-6E8A-4147-A177-3AD203B41FA5}">
                      <a16:colId xmlns:a16="http://schemas.microsoft.com/office/drawing/2014/main" val="3550010722"/>
                    </a:ext>
                  </a:extLst>
                </a:gridCol>
                <a:gridCol w="406483">
                  <a:extLst>
                    <a:ext uri="{9D8B030D-6E8A-4147-A177-3AD203B41FA5}">
                      <a16:colId xmlns:a16="http://schemas.microsoft.com/office/drawing/2014/main" val="1397485518"/>
                    </a:ext>
                  </a:extLst>
                </a:gridCol>
                <a:gridCol w="406483">
                  <a:extLst>
                    <a:ext uri="{9D8B030D-6E8A-4147-A177-3AD203B41FA5}">
                      <a16:colId xmlns:a16="http://schemas.microsoft.com/office/drawing/2014/main" val="1612475946"/>
                    </a:ext>
                  </a:extLst>
                </a:gridCol>
                <a:gridCol w="406483">
                  <a:extLst>
                    <a:ext uri="{9D8B030D-6E8A-4147-A177-3AD203B41FA5}">
                      <a16:colId xmlns:a16="http://schemas.microsoft.com/office/drawing/2014/main" val="4129400601"/>
                    </a:ext>
                  </a:extLst>
                </a:gridCol>
              </a:tblGrid>
              <a:tr h="21863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6307735"/>
                  </a:ext>
                </a:extLst>
              </a:tr>
              <a:tr h="21863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275597"/>
                  </a:ext>
                </a:extLst>
              </a:tr>
              <a:tr h="21863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83320"/>
                  </a:ext>
                </a:extLst>
              </a:tr>
              <a:tr h="21863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280989"/>
                  </a:ext>
                </a:extLst>
              </a:tr>
            </a:tbl>
          </a:graphicData>
        </a:graphic>
      </p:graphicFrame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8D5E099-7760-41EA-CC16-1054893F5A41}"/>
              </a:ext>
            </a:extLst>
          </p:cNvPr>
          <p:cNvCxnSpPr>
            <a:cxnSpLocks/>
          </p:cNvCxnSpPr>
          <p:nvPr/>
        </p:nvCxnSpPr>
        <p:spPr>
          <a:xfrm>
            <a:off x="8277790" y="3207525"/>
            <a:ext cx="74081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2677C78D-AAA2-3E5B-1B77-44E51E9EF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527" y="2093364"/>
            <a:ext cx="3581757" cy="2851018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28C61D49-A1EB-9A13-58EC-F074DD87CD93}"/>
              </a:ext>
            </a:extLst>
          </p:cNvPr>
          <p:cNvGrpSpPr/>
          <p:nvPr/>
        </p:nvGrpSpPr>
        <p:grpSpPr>
          <a:xfrm>
            <a:off x="9467301" y="2240621"/>
            <a:ext cx="2200694" cy="2726718"/>
            <a:chOff x="9816197" y="3235036"/>
            <a:chExt cx="1308061" cy="1620722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2652AE4-75CF-884D-AC09-01031F210E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98439" y="3398815"/>
              <a:ext cx="1125819" cy="145694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0B0D89DB-D0BA-B40B-3E5B-494601BA2E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910426" y="3307324"/>
              <a:ext cx="1125819" cy="145694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DD7A495-A6AE-2717-1070-07D6960A1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816197" y="3235036"/>
              <a:ext cx="1125819" cy="145694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40269057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44B01-0BD8-42A0-AE92-B538C7E95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Automated Equipment Anchorage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2125C-55E9-4800-A4E3-CAB0B9C9A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Content Placeholder 61">
            <a:extLst>
              <a:ext uri="{FF2B5EF4-FFF2-40B4-BE49-F238E27FC236}">
                <a16:creationId xmlns:a16="http://schemas.microsoft.com/office/drawing/2014/main" id="{E17D8C23-2334-404D-841B-B22B15D8EE78}"/>
              </a:ext>
            </a:extLst>
          </p:cNvPr>
          <p:cNvSpPr txBox="1">
            <a:spLocks/>
          </p:cNvSpPr>
          <p:nvPr/>
        </p:nvSpPr>
        <p:spPr>
          <a:xfrm>
            <a:off x="689672" y="2135092"/>
            <a:ext cx="10120289" cy="3633047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 marL="229500" indent="-22950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35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72500" indent="-22950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75000" indent="-20250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05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31500" indent="-17550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201500" indent="-17550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425000" indent="-17145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650000" indent="-17145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875000" indent="-17145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100000" indent="-171450" algn="l" defTabSz="342900" rtl="0" eaLnBrk="1" latinLnBrk="0" hangingPunct="1">
              <a:spcBef>
                <a:spcPct val="20000"/>
              </a:spcBef>
              <a:spcAft>
                <a:spcPts val="45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sz="4000" u="sng" dirty="0"/>
              <a:t>Applications</a:t>
            </a:r>
          </a:p>
          <a:p>
            <a:r>
              <a:rPr lang="en-US" sz="2400" dirty="0"/>
              <a:t>General project work</a:t>
            </a:r>
          </a:p>
          <a:p>
            <a:r>
              <a:rPr lang="en-US" sz="2400" dirty="0"/>
              <a:t>Integration with NPC drawing automation</a:t>
            </a:r>
          </a:p>
          <a:p>
            <a:r>
              <a:rPr lang="en-US" sz="2400" dirty="0"/>
              <a:t>Online anchorage service (Ongoing HUB proposal)</a:t>
            </a:r>
          </a:p>
          <a:p>
            <a:r>
              <a:rPr lang="en-US" sz="2400" dirty="0"/>
              <a:t>Direct commercialization</a:t>
            </a:r>
          </a:p>
        </p:txBody>
      </p:sp>
    </p:spTree>
    <p:extLst>
      <p:ext uri="{BB962C8B-B14F-4D97-AF65-F5344CB8AC3E}">
        <p14:creationId xmlns:p14="http://schemas.microsoft.com/office/powerpoint/2010/main" val="1054139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755A8-3A3F-4212-2031-9910A3CC6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BA3939-46FF-8796-B8F4-BFC848C34B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3200" dirty="0"/>
              <a:t>I have LOTS of equipment.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3200" dirty="0"/>
              <a:t>I have WERID geometry.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3200" dirty="0"/>
              <a:t>I have COMPLICATED hardware.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3200" dirty="0"/>
              <a:t>I want to check MULTIPLE PRODUCTS.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3E901-EF2E-AEE8-E7DA-6F988C97F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95674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Custom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12F6B"/>
      </a:accent1>
      <a:accent2>
        <a:srgbClr val="00A499"/>
      </a:accent2>
      <a:accent3>
        <a:srgbClr val="C1D62F"/>
      </a:accent3>
      <a:accent4>
        <a:srgbClr val="9ACBEB"/>
      </a:accent4>
      <a:accent5>
        <a:srgbClr val="B0B0B0"/>
      </a:accent5>
      <a:accent6>
        <a:srgbClr val="00A499"/>
      </a:accent6>
      <a:hlink>
        <a:srgbClr val="C1D62F"/>
      </a:hlink>
      <a:folHlink>
        <a:srgbClr val="9ACBEB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59C96865-1DAE-4D45-B113-AAB264FAA52C}" vid="{C1A2E8E0-5E3C-4659-BFF8-25A04A9663B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872C6BB1048614EBEEB16A14944DCFC" ma:contentTypeVersion="7" ma:contentTypeDescription="Create a new document." ma:contentTypeScope="" ma:versionID="79cc48109d361dcf2064b601196a29df">
  <xsd:schema xmlns:xsd="http://www.w3.org/2001/XMLSchema" xmlns:xs="http://www.w3.org/2001/XMLSchema" xmlns:p="http://schemas.microsoft.com/office/2006/metadata/properties" xmlns:ns2="d87155da-bd41-4d41-9d40-77eb3ceff0ab" targetNamespace="http://schemas.microsoft.com/office/2006/metadata/properties" ma:root="true" ma:fieldsID="e516bafdecde91d1160d86854e514598" ns2:_="">
    <xsd:import namespace="d87155da-bd41-4d41-9d40-77eb3ceff0a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7155da-bd41-4d41-9d40-77eb3ceff0a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2D4A812-61D2-4DAB-AEC8-0A0F9B041123}">
  <ds:schemaRefs>
    <ds:schemaRef ds:uri="d87155da-bd41-4d41-9d40-77eb3ceff0ab"/>
    <ds:schemaRef ds:uri="http://purl.org/dc/terms/"/>
    <ds:schemaRef ds:uri="http://purl.org/dc/elements/1.1/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031D1E1B-5DAE-40E8-98A6-A4FD7D0BC97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945F641-76EA-4ABD-AA82-D10DCA653E6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87155da-bd41-4d41-9d40-77eb3ceff0a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Intro to CalcPackager</Template>
  <TotalTime>529</TotalTime>
  <Words>165</Words>
  <Application>Microsoft Office PowerPoint</Application>
  <PresentationFormat>Widescreen</PresentationFormat>
  <Paragraphs>43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Calibri</vt:lpstr>
      <vt:lpstr>Gill Sans MT</vt:lpstr>
      <vt:lpstr>Wingdings 2</vt:lpstr>
      <vt:lpstr>Dividend</vt:lpstr>
      <vt:lpstr>AnchorPro</vt:lpstr>
      <vt:lpstr>Agenda</vt:lpstr>
      <vt:lpstr>Current Packaging workflow</vt:lpstr>
      <vt:lpstr>Current Packaging workflow</vt:lpstr>
      <vt:lpstr>equipment anchorage using AnchorPro</vt:lpstr>
      <vt:lpstr>Automated Equipment Anchorage</vt:lpstr>
      <vt:lpstr>Use Cases</vt:lpstr>
    </vt:vector>
  </TitlesOfParts>
  <Company>Degenkolb Engineers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CalcPackager</dc:title>
  <dc:creator>Daniel Miller</dc:creator>
  <cp:lastModifiedBy>Dan Miller</cp:lastModifiedBy>
  <cp:revision>9</cp:revision>
  <cp:lastPrinted>2016-08-30T17:29:35Z</cp:lastPrinted>
  <dcterms:created xsi:type="dcterms:W3CDTF">2020-11-17T23:58:30Z</dcterms:created>
  <dcterms:modified xsi:type="dcterms:W3CDTF">2025-10-16T18:56:46Z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0x010100C872C6BB1048614EBEEB16A14944DCFC</vt:lpwstr>
  </property>
</Properties>
</file>